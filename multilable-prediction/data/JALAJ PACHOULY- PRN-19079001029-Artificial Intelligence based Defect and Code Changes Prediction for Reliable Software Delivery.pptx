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7" r:id="rId1"/>
    <p:sldMasterId id="2147483689" r:id="rId2"/>
  </p:sldMasterIdLst>
  <p:notesMasterIdLst>
    <p:notesMasterId r:id="rId75"/>
  </p:notesMasterIdLst>
  <p:handoutMasterIdLst>
    <p:handoutMasterId r:id="rId76"/>
  </p:handoutMasterIdLst>
  <p:sldIdLst>
    <p:sldId id="256" r:id="rId3"/>
    <p:sldId id="257" r:id="rId4"/>
    <p:sldId id="372" r:id="rId5"/>
    <p:sldId id="371" r:id="rId6"/>
    <p:sldId id="313" r:id="rId7"/>
    <p:sldId id="340" r:id="rId8"/>
    <p:sldId id="317" r:id="rId9"/>
    <p:sldId id="392" r:id="rId10"/>
    <p:sldId id="318" r:id="rId11"/>
    <p:sldId id="302" r:id="rId12"/>
    <p:sldId id="319" r:id="rId13"/>
    <p:sldId id="285" r:id="rId14"/>
    <p:sldId id="343" r:id="rId15"/>
    <p:sldId id="430" r:id="rId16"/>
    <p:sldId id="395" r:id="rId17"/>
    <p:sldId id="267" r:id="rId18"/>
    <p:sldId id="399" r:id="rId19"/>
    <p:sldId id="397" r:id="rId20"/>
    <p:sldId id="396" r:id="rId21"/>
    <p:sldId id="265" r:id="rId22"/>
    <p:sldId id="380" r:id="rId23"/>
    <p:sldId id="431" r:id="rId24"/>
    <p:sldId id="393" r:id="rId25"/>
    <p:sldId id="426" r:id="rId26"/>
    <p:sldId id="428" r:id="rId27"/>
    <p:sldId id="427" r:id="rId28"/>
    <p:sldId id="347" r:id="rId29"/>
    <p:sldId id="344" r:id="rId30"/>
    <p:sldId id="376" r:id="rId31"/>
    <p:sldId id="377" r:id="rId32"/>
    <p:sldId id="349" r:id="rId33"/>
    <p:sldId id="378" r:id="rId34"/>
    <p:sldId id="351" r:id="rId35"/>
    <p:sldId id="350" r:id="rId36"/>
    <p:sldId id="379" r:id="rId37"/>
    <p:sldId id="425" r:id="rId38"/>
    <p:sldId id="353" r:id="rId39"/>
    <p:sldId id="389" r:id="rId40"/>
    <p:sldId id="368" r:id="rId41"/>
    <p:sldId id="429" r:id="rId42"/>
    <p:sldId id="363" r:id="rId43"/>
    <p:sldId id="362" r:id="rId44"/>
    <p:sldId id="364" r:id="rId45"/>
    <p:sldId id="359" r:id="rId46"/>
    <p:sldId id="356" r:id="rId47"/>
    <p:sldId id="358" r:id="rId48"/>
    <p:sldId id="357" r:id="rId49"/>
    <p:sldId id="360" r:id="rId50"/>
    <p:sldId id="384" r:id="rId51"/>
    <p:sldId id="383" r:id="rId52"/>
    <p:sldId id="289" r:id="rId53"/>
    <p:sldId id="424" r:id="rId54"/>
    <p:sldId id="298" r:id="rId55"/>
    <p:sldId id="401" r:id="rId56"/>
    <p:sldId id="400" r:id="rId57"/>
    <p:sldId id="402" r:id="rId58"/>
    <p:sldId id="403" r:id="rId59"/>
    <p:sldId id="404" r:id="rId60"/>
    <p:sldId id="290" r:id="rId61"/>
    <p:sldId id="326" r:id="rId62"/>
    <p:sldId id="325" r:id="rId63"/>
    <p:sldId id="296" r:id="rId64"/>
    <p:sldId id="284" r:id="rId65"/>
    <p:sldId id="385" r:id="rId66"/>
    <p:sldId id="386" r:id="rId67"/>
    <p:sldId id="387" r:id="rId68"/>
    <p:sldId id="388" r:id="rId69"/>
    <p:sldId id="304" r:id="rId70"/>
    <p:sldId id="316" r:id="rId71"/>
    <p:sldId id="305" r:id="rId72"/>
    <p:sldId id="307" r:id="rId73"/>
    <p:sldId id="282" r:id="rId74"/>
  </p:sldIdLst>
  <p:sldSz cx="12192000" cy="6858000"/>
  <p:notesSz cx="6858000" cy="9144000"/>
  <p:embeddedFontLst>
    <p:embeddedFont>
      <p:font typeface="Trebuchet MS" panose="020B0603020202020204" pitchFamily="34" charset="0"/>
      <p:regular r:id="rId77"/>
      <p:bold r:id="rId78"/>
      <p:italic r:id="rId79"/>
      <p:boldItalic r:id="rId80"/>
    </p:embeddedFont>
    <p:embeddedFont>
      <p:font typeface="Wingdings 3" panose="05040102010807070707" pitchFamily="18" charset="2"/>
      <p:regular r:id="rId81"/>
    </p:embeddedFont>
    <p:embeddedFont>
      <p:font typeface="Century Gothic" panose="020B0502020202020204" pitchFamily="34" charset="0"/>
      <p:regular r:id="rId82"/>
      <p:bold r:id="rId83"/>
      <p:italic r:id="rId84"/>
      <p:boldItalic r:id="rId85"/>
    </p:embeddedFont>
    <p:embeddedFont>
      <p:font typeface="Segoe UI" panose="020B0502040204020203" pitchFamily="34" charset="0"/>
      <p:regular r:id="rId86"/>
      <p:bold r:id="rId87"/>
      <p:italic r:id="rId88"/>
      <p:boldItalic r:id="rId89"/>
    </p:embeddedFont>
    <p:embeddedFont>
      <p:font typeface="Calibri" panose="020F0502020204030204" pitchFamily="34" charset="0"/>
      <p:regular r:id="rId90"/>
      <p:bold r:id="rId91"/>
      <p:italic r:id="rId92"/>
      <p:boldItalic r:id="rId93"/>
    </p:embeddedFont>
    <p:embeddedFont>
      <p:font typeface="Palatino Linotype" panose="02040502050505030304" pitchFamily="18" charset="0"/>
      <p:regular r:id="rId94"/>
      <p:bold r:id="rId95"/>
      <p:italic r:id="rId96"/>
      <p:boldItalic r:id="rId97"/>
    </p:embeddedFont>
    <p:embeddedFont>
      <p:font typeface="Calibri Light" panose="020F0302020204030204" pitchFamily="34" charset="0"/>
      <p:regular r:id="rId98"/>
      <p:italic r:id="rId9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p15:clr>
            <a:srgbClr val="A4A3A4"/>
          </p15:clr>
        </p15:guide>
        <p15:guide id="2" pos="3864">
          <p15:clr>
            <a:srgbClr val="A4A3A4"/>
          </p15:clr>
        </p15:guide>
        <p15:guide id="3" pos="7512">
          <p15:clr>
            <a:srgbClr val="A4A3A4"/>
          </p15:clr>
        </p15:guide>
        <p15:guide id="4" pos="144">
          <p15:clr>
            <a:srgbClr val="A4A3A4"/>
          </p15:clr>
        </p15:guide>
        <p15:guide id="5" orient="horz" pos="624">
          <p15:clr>
            <a:srgbClr val="A4A3A4"/>
          </p15:clr>
        </p15:guide>
        <p15:guide id="6" orient="horz" pos="4056">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8" roundtripDataSignature="AMtx7mhHUn2LwADoMTKYfKwuCx5ZxkhPJ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7D9EC8-AE3D-4C75-BAE1-8C0A39DE2720}" v="2" dt="2025-09-08T03:19:17.861"/>
  </p1510:revLst>
</p1510:revInfo>
</file>

<file path=ppt/tableStyles.xml><?xml version="1.0" encoding="utf-8"?>
<a:tblStyleLst xmlns:a="http://schemas.openxmlformats.org/drawingml/2006/main" def="{21E4AEA4-8DFA-4A89-87EB-49C32662AFE0}">
  <a:tblStyle styleId="{63915E29-4E2C-4968-A369-FA1737B11E6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9EA35D2-927F-43A3-BB7B-ADCCF723CA9A}" styleName="Table_1">
    <a:wholeTbl>
      <a:tcTxStyle b="off" i="off">
        <a:font>
          <a:latin typeface="Segoe UI Light"/>
          <a:ea typeface="Segoe UI Light"/>
          <a:cs typeface="Segoe UI Ligh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AF1"/>
          </a:solidFill>
        </a:fill>
      </a:tcStyle>
    </a:wholeTbl>
    <a:band1H>
      <a:tcTxStyle/>
      <a:tcStyle>
        <a:tcBdr/>
        <a:fill>
          <a:solidFill>
            <a:srgbClr val="CAD1E1"/>
          </a:solidFill>
        </a:fill>
      </a:tcStyle>
    </a:band1H>
    <a:band2H>
      <a:tcTxStyle/>
      <a:tcStyle>
        <a:tcBdr/>
      </a:tcStyle>
    </a:band2H>
    <a:band1V>
      <a:tcTxStyle/>
      <a:tcStyle>
        <a:tcBdr/>
        <a:fill>
          <a:solidFill>
            <a:srgbClr val="CAD1E1"/>
          </a:solidFill>
        </a:fill>
      </a:tcStyle>
    </a:band1V>
    <a:band2V>
      <a:tcTxStyle/>
      <a:tcStyle>
        <a:tcBdr/>
      </a:tcStyle>
    </a:band2V>
    <a:lastCol>
      <a:tcTxStyle b="on" i="off">
        <a:font>
          <a:latin typeface="Segoe UI Light"/>
          <a:ea typeface="Segoe UI Light"/>
          <a:cs typeface="Segoe UI Light"/>
        </a:font>
        <a:schemeClr val="lt1"/>
      </a:tcTxStyle>
      <a:tcStyle>
        <a:tcBdr/>
        <a:fill>
          <a:solidFill>
            <a:schemeClr val="accent5"/>
          </a:solidFill>
        </a:fill>
      </a:tcStyle>
    </a:lastCol>
    <a:firstCol>
      <a:tcTxStyle b="on" i="off">
        <a:font>
          <a:latin typeface="Segoe UI Light"/>
          <a:ea typeface="Segoe UI Light"/>
          <a:cs typeface="Segoe UI Light"/>
        </a:font>
        <a:schemeClr val="lt1"/>
      </a:tcTxStyle>
      <a:tcStyle>
        <a:tcBdr/>
        <a:fill>
          <a:solidFill>
            <a:schemeClr val="accent5"/>
          </a:solidFill>
        </a:fill>
      </a:tcStyle>
    </a:firstCol>
    <a:lastRow>
      <a:tcTxStyle b="on" i="off">
        <a:font>
          <a:latin typeface="Segoe UI Light"/>
          <a:ea typeface="Segoe UI Light"/>
          <a:cs typeface="Segoe UI Light"/>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Segoe UI Light"/>
          <a:ea typeface="Segoe UI Light"/>
          <a:cs typeface="Segoe UI Light"/>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6" autoAdjust="0"/>
    <p:restoredTop sz="95274" autoAdjust="0"/>
  </p:normalViewPr>
  <p:slideViewPr>
    <p:cSldViewPr snapToGrid="0">
      <p:cViewPr varScale="1">
        <p:scale>
          <a:sx n="87" d="100"/>
          <a:sy n="87" d="100"/>
        </p:scale>
        <p:origin x="610" y="58"/>
      </p:cViewPr>
      <p:guideLst>
        <p:guide orient="horz" pos="2328"/>
        <p:guide pos="3864"/>
        <p:guide pos="7512"/>
        <p:guide pos="144"/>
        <p:guide orient="horz" pos="624"/>
        <p:guide orient="horz" pos="4056"/>
      </p:guideLst>
    </p:cSldViewPr>
  </p:slideViewPr>
  <p:outlineViewPr>
    <p:cViewPr>
      <p:scale>
        <a:sx n="33" d="100"/>
        <a:sy n="33" d="100"/>
      </p:scale>
      <p:origin x="0" y="-6278"/>
    </p:cViewPr>
  </p:outlineViewPr>
  <p:notesTextViewPr>
    <p:cViewPr>
      <p:scale>
        <a:sx n="3" d="2"/>
        <a:sy n="3" d="2"/>
      </p:scale>
      <p:origin x="0" y="0"/>
    </p:cViewPr>
  </p:notesTextViewPr>
  <p:sorterViewPr>
    <p:cViewPr>
      <p:scale>
        <a:sx n="100" d="100"/>
        <a:sy n="100" d="100"/>
      </p:scale>
      <p:origin x="0" y="-1030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8.fntdata"/><Relationship Id="rId89" Type="http://schemas.openxmlformats.org/officeDocument/2006/relationships/font" Target="fonts/font13.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font" Target="fonts/font3.fntdata"/><Relationship Id="rId123" Type="http://schemas.microsoft.com/office/2016/11/relationships/changesInfo" Target="changesInfos/changesInfo1.xml"/><Relationship Id="rId5" Type="http://schemas.openxmlformats.org/officeDocument/2006/relationships/slide" Target="slides/slide3.xml"/><Relationship Id="rId90" Type="http://schemas.openxmlformats.org/officeDocument/2006/relationships/font" Target="fonts/font14.fntdata"/><Relationship Id="rId95" Type="http://schemas.openxmlformats.org/officeDocument/2006/relationships/font" Target="fonts/font19.fntdata"/><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8" Type="http://customschemas.google.com/relationships/presentationmetadata" Target="metadata"/><Relationship Id="rId80" Type="http://schemas.openxmlformats.org/officeDocument/2006/relationships/font" Target="fonts/font4.fntdata"/><Relationship Id="rId85" Type="http://schemas.openxmlformats.org/officeDocument/2006/relationships/font" Target="fonts/font9.fntdata"/><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24"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font" Target="fonts/font15.fntdata"/><Relationship Id="rId96"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19"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94" Type="http://schemas.openxmlformats.org/officeDocument/2006/relationships/font" Target="fonts/font18.fntdata"/><Relationship Id="rId99" Type="http://schemas.openxmlformats.org/officeDocument/2006/relationships/font" Target="fonts/font23.fntdata"/><Relationship Id="rId12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handoutMaster" Target="handoutMasters/handoutMaster1.xml"/><Relationship Id="rId97" Type="http://schemas.openxmlformats.org/officeDocument/2006/relationships/font" Target="fonts/font21.fntdata"/><Relationship Id="rId120"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16.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11.fntdata"/><Relationship Id="rId61" Type="http://schemas.openxmlformats.org/officeDocument/2006/relationships/slide" Target="slides/slide59.xml"/><Relationship Id="rId82" Type="http://schemas.openxmlformats.org/officeDocument/2006/relationships/font" Target="fonts/font6.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font" Target="fonts/font1.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font" Target="fonts/font17.fntdata"/><Relationship Id="rId98" Type="http://schemas.openxmlformats.org/officeDocument/2006/relationships/font" Target="fonts/font22.fntdata"/><Relationship Id="rId121" Type="http://schemas.openxmlformats.org/officeDocument/2006/relationships/theme" Target="theme/theme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chouly, Jalaj" userId="4613f142-c786-4134-9883-8d2eb1dd91cd" providerId="ADAL" clId="{CC7D9EC8-AE3D-4C75-BAE1-8C0A39DE2720}"/>
    <pc:docChg chg="custSel modSld">
      <pc:chgData name="Pachouly, Jalaj" userId="4613f142-c786-4134-9883-8d2eb1dd91cd" providerId="ADAL" clId="{CC7D9EC8-AE3D-4C75-BAE1-8C0A39DE2720}" dt="2025-09-08T03:19:17.861" v="62"/>
      <pc:docMkLst>
        <pc:docMk/>
      </pc:docMkLst>
      <pc:sldChg chg="modNotesTx">
        <pc:chgData name="Pachouly, Jalaj" userId="4613f142-c786-4134-9883-8d2eb1dd91cd" providerId="ADAL" clId="{CC7D9EC8-AE3D-4C75-BAE1-8C0A39DE2720}" dt="2025-09-07T16:16:12.514" v="0" actId="6549"/>
        <pc:sldMkLst>
          <pc:docMk/>
          <pc:sldMk cId="0" sldId="256"/>
        </pc:sldMkLst>
      </pc:sldChg>
      <pc:sldChg chg="modNotesTx">
        <pc:chgData name="Pachouly, Jalaj" userId="4613f142-c786-4134-9883-8d2eb1dd91cd" providerId="ADAL" clId="{CC7D9EC8-AE3D-4C75-BAE1-8C0A39DE2720}" dt="2025-09-07T16:16:15.980" v="1" actId="6549"/>
        <pc:sldMkLst>
          <pc:docMk/>
          <pc:sldMk cId="0" sldId="257"/>
        </pc:sldMkLst>
      </pc:sldChg>
      <pc:sldChg chg="modNotesTx">
        <pc:chgData name="Pachouly, Jalaj" userId="4613f142-c786-4134-9883-8d2eb1dd91cd" providerId="ADAL" clId="{CC7D9EC8-AE3D-4C75-BAE1-8C0A39DE2720}" dt="2025-09-07T16:16:59.677" v="13" actId="6549"/>
        <pc:sldMkLst>
          <pc:docMk/>
          <pc:sldMk cId="0" sldId="264"/>
        </pc:sldMkLst>
      </pc:sldChg>
      <pc:sldChg chg="modNotesTx">
        <pc:chgData name="Pachouly, Jalaj" userId="4613f142-c786-4134-9883-8d2eb1dd91cd" providerId="ADAL" clId="{CC7D9EC8-AE3D-4C75-BAE1-8C0A39DE2720}" dt="2025-09-07T16:17:16.186" v="18" actId="6549"/>
        <pc:sldMkLst>
          <pc:docMk/>
          <pc:sldMk cId="0" sldId="265"/>
        </pc:sldMkLst>
      </pc:sldChg>
      <pc:sldChg chg="modNotesTx">
        <pc:chgData name="Pachouly, Jalaj" userId="4613f142-c786-4134-9883-8d2eb1dd91cd" providerId="ADAL" clId="{CC7D9EC8-AE3D-4C75-BAE1-8C0A39DE2720}" dt="2025-09-07T16:17:24.461" v="20" actId="6549"/>
        <pc:sldMkLst>
          <pc:docMk/>
          <pc:sldMk cId="0" sldId="266"/>
        </pc:sldMkLst>
      </pc:sldChg>
      <pc:sldChg chg="modNotesTx">
        <pc:chgData name="Pachouly, Jalaj" userId="4613f142-c786-4134-9883-8d2eb1dd91cd" providerId="ADAL" clId="{CC7D9EC8-AE3D-4C75-BAE1-8C0A39DE2720}" dt="2025-09-07T16:17:02.261" v="14" actId="6549"/>
        <pc:sldMkLst>
          <pc:docMk/>
          <pc:sldMk cId="0" sldId="267"/>
        </pc:sldMkLst>
      </pc:sldChg>
      <pc:sldChg chg="modNotesTx">
        <pc:chgData name="Pachouly, Jalaj" userId="4613f142-c786-4134-9883-8d2eb1dd91cd" providerId="ADAL" clId="{CC7D9EC8-AE3D-4C75-BAE1-8C0A39DE2720}" dt="2025-09-07T16:17:13.488" v="17" actId="6549"/>
        <pc:sldMkLst>
          <pc:docMk/>
          <pc:sldMk cId="0" sldId="268"/>
        </pc:sldMkLst>
      </pc:sldChg>
      <pc:sldChg chg="modNotesTx">
        <pc:chgData name="Pachouly, Jalaj" userId="4613f142-c786-4134-9883-8d2eb1dd91cd" providerId="ADAL" clId="{CC7D9EC8-AE3D-4C75-BAE1-8C0A39DE2720}" dt="2025-09-07T16:19:36.957" v="57" actId="6549"/>
        <pc:sldMkLst>
          <pc:docMk/>
          <pc:sldMk cId="0" sldId="284"/>
        </pc:sldMkLst>
      </pc:sldChg>
      <pc:sldChg chg="modNotesTx">
        <pc:chgData name="Pachouly, Jalaj" userId="4613f142-c786-4134-9883-8d2eb1dd91cd" providerId="ADAL" clId="{CC7D9EC8-AE3D-4C75-BAE1-8C0A39DE2720}" dt="2025-09-07T16:16:56.608" v="12" actId="6549"/>
        <pc:sldMkLst>
          <pc:docMk/>
          <pc:sldMk cId="0" sldId="285"/>
        </pc:sldMkLst>
      </pc:sldChg>
      <pc:sldChg chg="modNotesTx">
        <pc:chgData name="Pachouly, Jalaj" userId="4613f142-c786-4134-9883-8d2eb1dd91cd" providerId="ADAL" clId="{CC7D9EC8-AE3D-4C75-BAE1-8C0A39DE2720}" dt="2025-09-07T16:19:12.336" v="50" actId="6549"/>
        <pc:sldMkLst>
          <pc:docMk/>
          <pc:sldMk cId="135078938" sldId="289"/>
        </pc:sldMkLst>
      </pc:sldChg>
      <pc:sldChg chg="modNotesTx">
        <pc:chgData name="Pachouly, Jalaj" userId="4613f142-c786-4134-9883-8d2eb1dd91cd" providerId="ADAL" clId="{CC7D9EC8-AE3D-4C75-BAE1-8C0A39DE2720}" dt="2025-09-07T16:19:26.050" v="54" actId="6549"/>
        <pc:sldMkLst>
          <pc:docMk/>
          <pc:sldMk cId="3692328325" sldId="290"/>
        </pc:sldMkLst>
      </pc:sldChg>
      <pc:sldChg chg="modNotesTx">
        <pc:chgData name="Pachouly, Jalaj" userId="4613f142-c786-4134-9883-8d2eb1dd91cd" providerId="ADAL" clId="{CC7D9EC8-AE3D-4C75-BAE1-8C0A39DE2720}" dt="2025-09-07T16:19:39.307" v="58" actId="6549"/>
        <pc:sldMkLst>
          <pc:docMk/>
          <pc:sldMk cId="906536353" sldId="296"/>
        </pc:sldMkLst>
      </pc:sldChg>
      <pc:sldChg chg="modNotesTx">
        <pc:chgData name="Pachouly, Jalaj" userId="4613f142-c786-4134-9883-8d2eb1dd91cd" providerId="ADAL" clId="{CC7D9EC8-AE3D-4C75-BAE1-8C0A39DE2720}" dt="2025-09-07T16:19:18.420" v="52" actId="6549"/>
        <pc:sldMkLst>
          <pc:docMk/>
          <pc:sldMk cId="1414703064" sldId="297"/>
        </pc:sldMkLst>
      </pc:sldChg>
      <pc:sldChg chg="modNotesTx">
        <pc:chgData name="Pachouly, Jalaj" userId="4613f142-c786-4134-9883-8d2eb1dd91cd" providerId="ADAL" clId="{CC7D9EC8-AE3D-4C75-BAE1-8C0A39DE2720}" dt="2025-09-07T16:19:21.631" v="53" actId="6549"/>
        <pc:sldMkLst>
          <pc:docMk/>
          <pc:sldMk cId="3766971015" sldId="298"/>
        </pc:sldMkLst>
      </pc:sldChg>
      <pc:sldChg chg="modNotesTx">
        <pc:chgData name="Pachouly, Jalaj" userId="4613f142-c786-4134-9883-8d2eb1dd91cd" providerId="ADAL" clId="{CC7D9EC8-AE3D-4C75-BAE1-8C0A39DE2720}" dt="2025-09-07T16:16:47.813" v="10" actId="6549"/>
        <pc:sldMkLst>
          <pc:docMk/>
          <pc:sldMk cId="4054028850" sldId="302"/>
        </pc:sldMkLst>
      </pc:sldChg>
      <pc:sldChg chg="addSp delSp modSp mod modNotesTx">
        <pc:chgData name="Pachouly, Jalaj" userId="4613f142-c786-4134-9883-8d2eb1dd91cd" providerId="ADAL" clId="{CC7D9EC8-AE3D-4C75-BAE1-8C0A39DE2720}" dt="2025-09-08T03:19:17.861" v="62"/>
        <pc:sldMkLst>
          <pc:docMk/>
          <pc:sldMk cId="4025400988" sldId="313"/>
        </pc:sldMkLst>
        <pc:spChg chg="add mod">
          <ac:chgData name="Pachouly, Jalaj" userId="4613f142-c786-4134-9883-8d2eb1dd91cd" providerId="ADAL" clId="{CC7D9EC8-AE3D-4C75-BAE1-8C0A39DE2720}" dt="2025-09-08T03:19:17.861" v="62"/>
          <ac:spMkLst>
            <pc:docMk/>
            <pc:sldMk cId="4025400988" sldId="313"/>
            <ac:spMk id="5" creationId="{18D3BBCF-20BB-0CF2-67E2-5560A5C44CD5}"/>
          </ac:spMkLst>
        </pc:spChg>
        <pc:spChg chg="del mod">
          <ac:chgData name="Pachouly, Jalaj" userId="4613f142-c786-4134-9883-8d2eb1dd91cd" providerId="ADAL" clId="{CC7D9EC8-AE3D-4C75-BAE1-8C0A39DE2720}" dt="2025-09-08T03:19:09.230" v="61" actId="478"/>
          <ac:spMkLst>
            <pc:docMk/>
            <pc:sldMk cId="4025400988" sldId="313"/>
            <ac:spMk id="6" creationId="{00000000-0000-0000-0000-000000000000}"/>
          </ac:spMkLst>
        </pc:spChg>
        <pc:spChg chg="add mod">
          <ac:chgData name="Pachouly, Jalaj" userId="4613f142-c786-4134-9883-8d2eb1dd91cd" providerId="ADAL" clId="{CC7D9EC8-AE3D-4C75-BAE1-8C0A39DE2720}" dt="2025-09-08T03:19:17.861" v="62"/>
          <ac:spMkLst>
            <pc:docMk/>
            <pc:sldMk cId="4025400988" sldId="313"/>
            <ac:spMk id="8" creationId="{DD2B9B57-A59E-A396-0630-623780FBE91A}"/>
          </ac:spMkLst>
        </pc:spChg>
        <pc:picChg chg="del">
          <ac:chgData name="Pachouly, Jalaj" userId="4613f142-c786-4134-9883-8d2eb1dd91cd" providerId="ADAL" clId="{CC7D9EC8-AE3D-4C75-BAE1-8C0A39DE2720}" dt="2025-09-08T03:19:05.482" v="59" actId="478"/>
          <ac:picMkLst>
            <pc:docMk/>
            <pc:sldMk cId="4025400988" sldId="313"/>
            <ac:picMk id="4" creationId="{00000000-0000-0000-0000-000000000000}"/>
          </ac:picMkLst>
        </pc:picChg>
        <pc:picChg chg="add mod">
          <ac:chgData name="Pachouly, Jalaj" userId="4613f142-c786-4134-9883-8d2eb1dd91cd" providerId="ADAL" clId="{CC7D9EC8-AE3D-4C75-BAE1-8C0A39DE2720}" dt="2025-09-08T03:19:17.861" v="62"/>
          <ac:picMkLst>
            <pc:docMk/>
            <pc:sldMk cId="4025400988" sldId="313"/>
            <ac:picMk id="7" creationId="{03E3D478-DD78-F7DB-E789-2218BD60B9F3}"/>
          </ac:picMkLst>
        </pc:picChg>
        <pc:picChg chg="del">
          <ac:chgData name="Pachouly, Jalaj" userId="4613f142-c786-4134-9883-8d2eb1dd91cd" providerId="ADAL" clId="{CC7D9EC8-AE3D-4C75-BAE1-8C0A39DE2720}" dt="2025-09-08T03:19:05.482" v="59" actId="478"/>
          <ac:picMkLst>
            <pc:docMk/>
            <pc:sldMk cId="4025400988" sldId="313"/>
            <ac:picMk id="9" creationId="{00000000-0000-0000-0000-000000000000}"/>
          </ac:picMkLst>
        </pc:picChg>
        <pc:picChg chg="add mod">
          <ac:chgData name="Pachouly, Jalaj" userId="4613f142-c786-4134-9883-8d2eb1dd91cd" providerId="ADAL" clId="{CC7D9EC8-AE3D-4C75-BAE1-8C0A39DE2720}" dt="2025-09-08T03:19:17.861" v="62"/>
          <ac:picMkLst>
            <pc:docMk/>
            <pc:sldMk cId="4025400988" sldId="313"/>
            <ac:picMk id="10" creationId="{F6D7A82C-B706-0DDA-E6C7-37A08CC36E04}"/>
          </ac:picMkLst>
        </pc:picChg>
        <pc:picChg chg="add mod">
          <ac:chgData name="Pachouly, Jalaj" userId="4613f142-c786-4134-9883-8d2eb1dd91cd" providerId="ADAL" clId="{CC7D9EC8-AE3D-4C75-BAE1-8C0A39DE2720}" dt="2025-09-08T03:19:17.861" v="62"/>
          <ac:picMkLst>
            <pc:docMk/>
            <pc:sldMk cId="4025400988" sldId="313"/>
            <ac:picMk id="11" creationId="{F05588E3-734D-2DDF-D31D-922DCF32B95E}"/>
          </ac:picMkLst>
        </pc:picChg>
        <pc:picChg chg="add mod">
          <ac:chgData name="Pachouly, Jalaj" userId="4613f142-c786-4134-9883-8d2eb1dd91cd" providerId="ADAL" clId="{CC7D9EC8-AE3D-4C75-BAE1-8C0A39DE2720}" dt="2025-09-08T03:19:17.861" v="62"/>
          <ac:picMkLst>
            <pc:docMk/>
            <pc:sldMk cId="4025400988" sldId="313"/>
            <ac:picMk id="12" creationId="{06EDB2AE-1769-A844-7103-F2F6A5112BDD}"/>
          </ac:picMkLst>
        </pc:picChg>
      </pc:sldChg>
      <pc:sldChg chg="modNotesTx">
        <pc:chgData name="Pachouly, Jalaj" userId="4613f142-c786-4134-9883-8d2eb1dd91cd" providerId="ADAL" clId="{CC7D9EC8-AE3D-4C75-BAE1-8C0A39DE2720}" dt="2025-09-07T16:16:34.528" v="7" actId="6549"/>
        <pc:sldMkLst>
          <pc:docMk/>
          <pc:sldMk cId="3112629643" sldId="317"/>
        </pc:sldMkLst>
      </pc:sldChg>
      <pc:sldChg chg="modNotesTx">
        <pc:chgData name="Pachouly, Jalaj" userId="4613f142-c786-4134-9883-8d2eb1dd91cd" providerId="ADAL" clId="{CC7D9EC8-AE3D-4C75-BAE1-8C0A39DE2720}" dt="2025-09-07T16:16:45.198" v="9" actId="6549"/>
        <pc:sldMkLst>
          <pc:docMk/>
          <pc:sldMk cId="1496849001" sldId="318"/>
        </pc:sldMkLst>
      </pc:sldChg>
      <pc:sldChg chg="modNotesTx">
        <pc:chgData name="Pachouly, Jalaj" userId="4613f142-c786-4134-9883-8d2eb1dd91cd" providerId="ADAL" clId="{CC7D9EC8-AE3D-4C75-BAE1-8C0A39DE2720}" dt="2025-09-07T16:16:50.611" v="11" actId="6549"/>
        <pc:sldMkLst>
          <pc:docMk/>
          <pc:sldMk cId="3815201695" sldId="319"/>
        </pc:sldMkLst>
      </pc:sldChg>
      <pc:sldChg chg="modNotesTx">
        <pc:chgData name="Pachouly, Jalaj" userId="4613f142-c786-4134-9883-8d2eb1dd91cd" providerId="ADAL" clId="{CC7D9EC8-AE3D-4C75-BAE1-8C0A39DE2720}" dt="2025-09-07T16:19:15.286" v="51" actId="6549"/>
        <pc:sldMkLst>
          <pc:docMk/>
          <pc:sldMk cId="4086731370" sldId="323"/>
        </pc:sldMkLst>
      </pc:sldChg>
      <pc:sldChg chg="modNotesTx">
        <pc:chgData name="Pachouly, Jalaj" userId="4613f142-c786-4134-9883-8d2eb1dd91cd" providerId="ADAL" clId="{CC7D9EC8-AE3D-4C75-BAE1-8C0A39DE2720}" dt="2025-09-07T16:19:32.376" v="56" actId="6549"/>
        <pc:sldMkLst>
          <pc:docMk/>
          <pc:sldMk cId="2064665299" sldId="325"/>
        </pc:sldMkLst>
      </pc:sldChg>
      <pc:sldChg chg="modNotesTx">
        <pc:chgData name="Pachouly, Jalaj" userId="4613f142-c786-4134-9883-8d2eb1dd91cd" providerId="ADAL" clId="{CC7D9EC8-AE3D-4C75-BAE1-8C0A39DE2720}" dt="2025-09-07T16:19:30.136" v="55" actId="6549"/>
        <pc:sldMkLst>
          <pc:docMk/>
          <pc:sldMk cId="3299845944" sldId="326"/>
        </pc:sldMkLst>
      </pc:sldChg>
      <pc:sldChg chg="modNotesTx">
        <pc:chgData name="Pachouly, Jalaj" userId="4613f142-c786-4134-9883-8d2eb1dd91cd" providerId="ADAL" clId="{CC7D9EC8-AE3D-4C75-BAE1-8C0A39DE2720}" dt="2025-09-07T16:16:30.605" v="5" actId="6549"/>
        <pc:sldMkLst>
          <pc:docMk/>
          <pc:sldMk cId="2969667535" sldId="340"/>
        </pc:sldMkLst>
      </pc:sldChg>
      <pc:sldChg chg="modNotesTx">
        <pc:chgData name="Pachouly, Jalaj" userId="4613f142-c786-4134-9883-8d2eb1dd91cd" providerId="ADAL" clId="{CC7D9EC8-AE3D-4C75-BAE1-8C0A39DE2720}" dt="2025-09-07T16:17:10.872" v="16" actId="6549"/>
        <pc:sldMkLst>
          <pc:docMk/>
          <pc:sldMk cId="1269339050" sldId="341"/>
        </pc:sldMkLst>
      </pc:sldChg>
      <pc:sldChg chg="modNotesTx">
        <pc:chgData name="Pachouly, Jalaj" userId="4613f142-c786-4134-9883-8d2eb1dd91cd" providerId="ADAL" clId="{CC7D9EC8-AE3D-4C75-BAE1-8C0A39DE2720}" dt="2025-09-07T16:17:08.248" v="15" actId="6549"/>
        <pc:sldMkLst>
          <pc:docMk/>
          <pc:sldMk cId="659285388" sldId="343"/>
        </pc:sldMkLst>
      </pc:sldChg>
      <pc:sldChg chg="modNotesTx">
        <pc:chgData name="Pachouly, Jalaj" userId="4613f142-c786-4134-9883-8d2eb1dd91cd" providerId="ADAL" clId="{CC7D9EC8-AE3D-4C75-BAE1-8C0A39DE2720}" dt="2025-09-07T16:17:52.430" v="27" actId="6549"/>
        <pc:sldMkLst>
          <pc:docMk/>
          <pc:sldMk cId="1517053080" sldId="344"/>
        </pc:sldMkLst>
      </pc:sldChg>
      <pc:sldChg chg="modNotesTx">
        <pc:chgData name="Pachouly, Jalaj" userId="4613f142-c786-4134-9883-8d2eb1dd91cd" providerId="ADAL" clId="{CC7D9EC8-AE3D-4C75-BAE1-8C0A39DE2720}" dt="2025-09-07T16:17:45.417" v="26" actId="6549"/>
        <pc:sldMkLst>
          <pc:docMk/>
          <pc:sldMk cId="488800255" sldId="347"/>
        </pc:sldMkLst>
      </pc:sldChg>
      <pc:sldChg chg="modNotesTx">
        <pc:chgData name="Pachouly, Jalaj" userId="4613f142-c786-4134-9883-8d2eb1dd91cd" providerId="ADAL" clId="{CC7D9EC8-AE3D-4C75-BAE1-8C0A39DE2720}" dt="2025-09-07T16:18:07.249" v="31" actId="6549"/>
        <pc:sldMkLst>
          <pc:docMk/>
          <pc:sldMk cId="2361458375" sldId="349"/>
        </pc:sldMkLst>
      </pc:sldChg>
      <pc:sldChg chg="modNotesTx">
        <pc:chgData name="Pachouly, Jalaj" userId="4613f142-c786-4134-9883-8d2eb1dd91cd" providerId="ADAL" clId="{CC7D9EC8-AE3D-4C75-BAE1-8C0A39DE2720}" dt="2025-09-07T16:18:15.832" v="33" actId="6549"/>
        <pc:sldMkLst>
          <pc:docMk/>
          <pc:sldMk cId="2993283173" sldId="350"/>
        </pc:sldMkLst>
      </pc:sldChg>
      <pc:sldChg chg="modNotesTx">
        <pc:chgData name="Pachouly, Jalaj" userId="4613f142-c786-4134-9883-8d2eb1dd91cd" providerId="ADAL" clId="{CC7D9EC8-AE3D-4C75-BAE1-8C0A39DE2720}" dt="2025-09-07T16:18:20.093" v="34" actId="6549"/>
        <pc:sldMkLst>
          <pc:docMk/>
          <pc:sldMk cId="1454773426" sldId="351"/>
        </pc:sldMkLst>
      </pc:sldChg>
      <pc:sldChg chg="modNotesTx">
        <pc:chgData name="Pachouly, Jalaj" userId="4613f142-c786-4134-9883-8d2eb1dd91cd" providerId="ADAL" clId="{CC7D9EC8-AE3D-4C75-BAE1-8C0A39DE2720}" dt="2025-09-07T16:17:40.330" v="24" actId="6549"/>
        <pc:sldMkLst>
          <pc:docMk/>
          <pc:sldMk cId="3301436422" sldId="352"/>
        </pc:sldMkLst>
      </pc:sldChg>
      <pc:sldChg chg="modNotesTx">
        <pc:chgData name="Pachouly, Jalaj" userId="4613f142-c786-4134-9883-8d2eb1dd91cd" providerId="ADAL" clId="{CC7D9EC8-AE3D-4C75-BAE1-8C0A39DE2720}" dt="2025-09-07T16:18:28.073" v="36" actId="6549"/>
        <pc:sldMkLst>
          <pc:docMk/>
          <pc:sldMk cId="2360234871" sldId="353"/>
        </pc:sldMkLst>
      </pc:sldChg>
      <pc:sldChg chg="modNotesTx">
        <pc:chgData name="Pachouly, Jalaj" userId="4613f142-c786-4134-9883-8d2eb1dd91cd" providerId="ADAL" clId="{CC7D9EC8-AE3D-4C75-BAE1-8C0A39DE2720}" dt="2025-09-07T16:18:22.553" v="35" actId="6549"/>
        <pc:sldMkLst>
          <pc:docMk/>
          <pc:sldMk cId="715281677" sldId="355"/>
        </pc:sldMkLst>
      </pc:sldChg>
      <pc:sldChg chg="modNotesTx">
        <pc:chgData name="Pachouly, Jalaj" userId="4613f142-c786-4134-9883-8d2eb1dd91cd" providerId="ADAL" clId="{CC7D9EC8-AE3D-4C75-BAE1-8C0A39DE2720}" dt="2025-09-07T16:18:49.668" v="43" actId="6549"/>
        <pc:sldMkLst>
          <pc:docMk/>
          <pc:sldMk cId="2391880587" sldId="356"/>
        </pc:sldMkLst>
      </pc:sldChg>
      <pc:sldChg chg="modNotesTx">
        <pc:chgData name="Pachouly, Jalaj" userId="4613f142-c786-4134-9883-8d2eb1dd91cd" providerId="ADAL" clId="{CC7D9EC8-AE3D-4C75-BAE1-8C0A39DE2720}" dt="2025-09-07T16:18:56.949" v="45" actId="6549"/>
        <pc:sldMkLst>
          <pc:docMk/>
          <pc:sldMk cId="262942393" sldId="357"/>
        </pc:sldMkLst>
      </pc:sldChg>
      <pc:sldChg chg="modNotesTx">
        <pc:chgData name="Pachouly, Jalaj" userId="4613f142-c786-4134-9883-8d2eb1dd91cd" providerId="ADAL" clId="{CC7D9EC8-AE3D-4C75-BAE1-8C0A39DE2720}" dt="2025-09-07T16:18:51.964" v="44" actId="6549"/>
        <pc:sldMkLst>
          <pc:docMk/>
          <pc:sldMk cId="1570392374" sldId="358"/>
        </pc:sldMkLst>
      </pc:sldChg>
      <pc:sldChg chg="modNotesTx">
        <pc:chgData name="Pachouly, Jalaj" userId="4613f142-c786-4134-9883-8d2eb1dd91cd" providerId="ADAL" clId="{CC7D9EC8-AE3D-4C75-BAE1-8C0A39DE2720}" dt="2025-09-07T16:18:47.360" v="42" actId="6549"/>
        <pc:sldMkLst>
          <pc:docMk/>
          <pc:sldMk cId="2508973752" sldId="359"/>
        </pc:sldMkLst>
      </pc:sldChg>
      <pc:sldChg chg="modNotesTx">
        <pc:chgData name="Pachouly, Jalaj" userId="4613f142-c786-4134-9883-8d2eb1dd91cd" providerId="ADAL" clId="{CC7D9EC8-AE3D-4C75-BAE1-8C0A39DE2720}" dt="2025-09-07T16:18:59.305" v="46" actId="6549"/>
        <pc:sldMkLst>
          <pc:docMk/>
          <pc:sldMk cId="3923969463" sldId="360"/>
        </pc:sldMkLst>
      </pc:sldChg>
      <pc:sldChg chg="modNotesTx">
        <pc:chgData name="Pachouly, Jalaj" userId="4613f142-c786-4134-9883-8d2eb1dd91cd" providerId="ADAL" clId="{CC7D9EC8-AE3D-4C75-BAE1-8C0A39DE2720}" dt="2025-09-07T16:18:40.564" v="40" actId="6549"/>
        <pc:sldMkLst>
          <pc:docMk/>
          <pc:sldMk cId="527542703" sldId="362"/>
        </pc:sldMkLst>
      </pc:sldChg>
      <pc:sldChg chg="modNotesTx">
        <pc:chgData name="Pachouly, Jalaj" userId="4613f142-c786-4134-9883-8d2eb1dd91cd" providerId="ADAL" clId="{CC7D9EC8-AE3D-4C75-BAE1-8C0A39DE2720}" dt="2025-09-07T16:18:35.980" v="39" actId="6549"/>
        <pc:sldMkLst>
          <pc:docMk/>
          <pc:sldMk cId="105344404" sldId="363"/>
        </pc:sldMkLst>
      </pc:sldChg>
      <pc:sldChg chg="modNotesTx">
        <pc:chgData name="Pachouly, Jalaj" userId="4613f142-c786-4134-9883-8d2eb1dd91cd" providerId="ADAL" clId="{CC7D9EC8-AE3D-4C75-BAE1-8C0A39DE2720}" dt="2025-09-07T16:18:42.884" v="41" actId="6549"/>
        <pc:sldMkLst>
          <pc:docMk/>
          <pc:sldMk cId="2134451908" sldId="364"/>
        </pc:sldMkLst>
      </pc:sldChg>
      <pc:sldChg chg="modNotesTx">
        <pc:chgData name="Pachouly, Jalaj" userId="4613f142-c786-4134-9883-8d2eb1dd91cd" providerId="ADAL" clId="{CC7D9EC8-AE3D-4C75-BAE1-8C0A39DE2720}" dt="2025-09-07T16:18:33.532" v="38" actId="6549"/>
        <pc:sldMkLst>
          <pc:docMk/>
          <pc:sldMk cId="4276415713" sldId="368"/>
        </pc:sldMkLst>
      </pc:sldChg>
      <pc:sldChg chg="modNotesTx">
        <pc:chgData name="Pachouly, Jalaj" userId="4613f142-c786-4134-9883-8d2eb1dd91cd" providerId="ADAL" clId="{CC7D9EC8-AE3D-4C75-BAE1-8C0A39DE2720}" dt="2025-09-07T16:16:21.843" v="3" actId="6549"/>
        <pc:sldMkLst>
          <pc:docMk/>
          <pc:sldMk cId="4175722802" sldId="371"/>
        </pc:sldMkLst>
      </pc:sldChg>
      <pc:sldChg chg="modNotesTx">
        <pc:chgData name="Pachouly, Jalaj" userId="4613f142-c786-4134-9883-8d2eb1dd91cd" providerId="ADAL" clId="{CC7D9EC8-AE3D-4C75-BAE1-8C0A39DE2720}" dt="2025-09-07T16:16:19.001" v="2" actId="6549"/>
        <pc:sldMkLst>
          <pc:docMk/>
          <pc:sldMk cId="3649215142" sldId="372"/>
        </pc:sldMkLst>
      </pc:sldChg>
      <pc:sldChg chg="modNotesTx">
        <pc:chgData name="Pachouly, Jalaj" userId="4613f142-c786-4134-9883-8d2eb1dd91cd" providerId="ADAL" clId="{CC7D9EC8-AE3D-4C75-BAE1-8C0A39DE2720}" dt="2025-09-07T16:17:59.892" v="29" actId="6549"/>
        <pc:sldMkLst>
          <pc:docMk/>
          <pc:sldMk cId="440732212" sldId="376"/>
        </pc:sldMkLst>
      </pc:sldChg>
      <pc:sldChg chg="modNotesTx">
        <pc:chgData name="Pachouly, Jalaj" userId="4613f142-c786-4134-9883-8d2eb1dd91cd" providerId="ADAL" clId="{CC7D9EC8-AE3D-4C75-BAE1-8C0A39DE2720}" dt="2025-09-07T16:18:03.276" v="30" actId="6549"/>
        <pc:sldMkLst>
          <pc:docMk/>
          <pc:sldMk cId="3089727556" sldId="377"/>
        </pc:sldMkLst>
      </pc:sldChg>
      <pc:sldChg chg="modNotesTx">
        <pc:chgData name="Pachouly, Jalaj" userId="4613f142-c786-4134-9883-8d2eb1dd91cd" providerId="ADAL" clId="{CC7D9EC8-AE3D-4C75-BAE1-8C0A39DE2720}" dt="2025-09-07T16:18:11.065" v="32" actId="6549"/>
        <pc:sldMkLst>
          <pc:docMk/>
          <pc:sldMk cId="677905141" sldId="378"/>
        </pc:sldMkLst>
      </pc:sldChg>
      <pc:sldChg chg="modNotesTx">
        <pc:chgData name="Pachouly, Jalaj" userId="4613f142-c786-4134-9883-8d2eb1dd91cd" providerId="ADAL" clId="{CC7D9EC8-AE3D-4C75-BAE1-8C0A39DE2720}" dt="2025-09-07T16:17:55.773" v="28" actId="6549"/>
        <pc:sldMkLst>
          <pc:docMk/>
          <pc:sldMk cId="2465014341" sldId="379"/>
        </pc:sldMkLst>
      </pc:sldChg>
      <pc:sldChg chg="modNotesTx">
        <pc:chgData name="Pachouly, Jalaj" userId="4613f142-c786-4134-9883-8d2eb1dd91cd" providerId="ADAL" clId="{CC7D9EC8-AE3D-4C75-BAE1-8C0A39DE2720}" dt="2025-09-07T16:17:32.854" v="22" actId="6549"/>
        <pc:sldMkLst>
          <pc:docMk/>
          <pc:sldMk cId="945908662" sldId="380"/>
        </pc:sldMkLst>
      </pc:sldChg>
      <pc:sldChg chg="modNotesTx">
        <pc:chgData name="Pachouly, Jalaj" userId="4613f142-c786-4134-9883-8d2eb1dd91cd" providerId="ADAL" clId="{CC7D9EC8-AE3D-4C75-BAE1-8C0A39DE2720}" dt="2025-09-07T16:17:35.465" v="23" actId="6549"/>
        <pc:sldMkLst>
          <pc:docMk/>
          <pc:sldMk cId="2219358979" sldId="381"/>
        </pc:sldMkLst>
      </pc:sldChg>
      <pc:sldChg chg="modNotesTx">
        <pc:chgData name="Pachouly, Jalaj" userId="4613f142-c786-4134-9883-8d2eb1dd91cd" providerId="ADAL" clId="{CC7D9EC8-AE3D-4C75-BAE1-8C0A39DE2720}" dt="2025-09-07T16:19:09.241" v="49" actId="6549"/>
        <pc:sldMkLst>
          <pc:docMk/>
          <pc:sldMk cId="3071805549" sldId="382"/>
        </pc:sldMkLst>
      </pc:sldChg>
      <pc:sldChg chg="modNotesTx">
        <pc:chgData name="Pachouly, Jalaj" userId="4613f142-c786-4134-9883-8d2eb1dd91cd" providerId="ADAL" clId="{CC7D9EC8-AE3D-4C75-BAE1-8C0A39DE2720}" dt="2025-09-07T16:19:06.539" v="48" actId="6549"/>
        <pc:sldMkLst>
          <pc:docMk/>
          <pc:sldMk cId="3477474715" sldId="383"/>
        </pc:sldMkLst>
      </pc:sldChg>
      <pc:sldChg chg="modNotesTx">
        <pc:chgData name="Pachouly, Jalaj" userId="4613f142-c786-4134-9883-8d2eb1dd91cd" providerId="ADAL" clId="{CC7D9EC8-AE3D-4C75-BAE1-8C0A39DE2720}" dt="2025-09-07T16:19:01.759" v="47" actId="6549"/>
        <pc:sldMkLst>
          <pc:docMk/>
          <pc:sldMk cId="1408465284" sldId="384"/>
        </pc:sldMkLst>
      </pc:sldChg>
      <pc:sldChg chg="modNotesTx">
        <pc:chgData name="Pachouly, Jalaj" userId="4613f142-c786-4134-9883-8d2eb1dd91cd" providerId="ADAL" clId="{CC7D9EC8-AE3D-4C75-BAE1-8C0A39DE2720}" dt="2025-09-07T16:18:30.814" v="37" actId="6549"/>
        <pc:sldMkLst>
          <pc:docMk/>
          <pc:sldMk cId="2508962271" sldId="389"/>
        </pc:sldMkLst>
      </pc:sldChg>
      <pc:sldChg chg="modNotesTx">
        <pc:chgData name="Pachouly, Jalaj" userId="4613f142-c786-4134-9883-8d2eb1dd91cd" providerId="ADAL" clId="{CC7D9EC8-AE3D-4C75-BAE1-8C0A39DE2720}" dt="2025-09-07T16:17:27.228" v="21" actId="6549"/>
        <pc:sldMkLst>
          <pc:docMk/>
          <pc:sldMk cId="729901987" sldId="390"/>
        </pc:sldMkLst>
      </pc:sldChg>
      <pc:sldChg chg="modNotesTx">
        <pc:chgData name="Pachouly, Jalaj" userId="4613f142-c786-4134-9883-8d2eb1dd91cd" providerId="ADAL" clId="{CC7D9EC8-AE3D-4C75-BAE1-8C0A39DE2720}" dt="2025-09-07T16:16:38.293" v="8" actId="6549"/>
        <pc:sldMkLst>
          <pc:docMk/>
          <pc:sldMk cId="2308488288" sldId="392"/>
        </pc:sldMkLst>
      </pc:sldChg>
      <pc:sldChg chg="modNotesTx">
        <pc:chgData name="Pachouly, Jalaj" userId="4613f142-c786-4134-9883-8d2eb1dd91cd" providerId="ADAL" clId="{CC7D9EC8-AE3D-4C75-BAE1-8C0A39DE2720}" dt="2025-09-07T16:17:42.898" v="25" actId="6549"/>
        <pc:sldMkLst>
          <pc:docMk/>
          <pc:sldMk cId="3243560263" sldId="393"/>
        </pc:sldMkLst>
      </pc:sldChg>
      <pc:sldChg chg="modNotesTx">
        <pc:chgData name="Pachouly, Jalaj" userId="4613f142-c786-4134-9883-8d2eb1dd91cd" providerId="ADAL" clId="{CC7D9EC8-AE3D-4C75-BAE1-8C0A39DE2720}" dt="2025-09-07T16:17:21.578" v="19" actId="6549"/>
        <pc:sldMkLst>
          <pc:docMk/>
          <pc:sldMk cId="3794139840" sldId="39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378EA4-0D8A-4246-BE9A-8FD47DE5112D}" type="doc">
      <dgm:prSet loTypeId="urn:microsoft.com/office/officeart/2005/8/layout/process4" loCatId="list" qsTypeId="urn:microsoft.com/office/officeart/2005/8/quickstyle/simple1" qsCatId="simple" csTypeId="urn:microsoft.com/office/officeart/2005/8/colors/accent1_2" csCatId="accent1" phldr="1"/>
      <dgm:spPr/>
      <dgm:t>
        <a:bodyPr/>
        <a:lstStyle/>
        <a:p>
          <a:endParaRPr lang="en-US"/>
        </a:p>
      </dgm:t>
    </dgm:pt>
    <dgm:pt modelId="{441AAF9A-48A9-4A70-8E1E-7FC5CD6DD5B9}">
      <dgm:prSet phldrT="[Text]" custT="1"/>
      <dgm:spPr>
        <a:solidFill>
          <a:schemeClr val="bg1"/>
        </a:solidFill>
      </dgm:spPr>
      <dgm:t>
        <a:bodyPr/>
        <a:lstStyle/>
        <a:p>
          <a:pPr algn="l"/>
          <a:r>
            <a:rPr lang="en-US" sz="2000" b="1" dirty="0" smtClean="0">
              <a:solidFill>
                <a:srgbClr val="2C3E50"/>
              </a:solidFill>
              <a:latin typeface="Segoe UI" panose="020B0502040204020203" pitchFamily="34" charset="0"/>
            </a:rPr>
            <a:t>🔬 Wilcoxon Signed-Rank Test</a:t>
          </a:r>
        </a:p>
        <a:p>
          <a:pPr algn="l"/>
          <a:r>
            <a:rPr lang="en-US" sz="2000" dirty="0" smtClean="0">
              <a:solidFill>
                <a:srgbClr val="555555"/>
              </a:solidFill>
              <a:latin typeface="Segoe UI" panose="020B0502040204020203" pitchFamily="34" charset="0"/>
            </a:rPr>
            <a:t>Non-parametric test ideal for paired data without assuming normal distribution. Compares macro-F1 scores from 10-fold cross-validation.</a:t>
          </a:r>
          <a:endParaRPr lang="en-US" sz="2000" dirty="0"/>
        </a:p>
      </dgm:t>
    </dgm:pt>
    <dgm:pt modelId="{111BB27F-3E73-474E-848C-CA2F161490F8}" type="parTrans" cxnId="{7D253DD0-A258-48FC-847A-601E9276AA3F}">
      <dgm:prSet/>
      <dgm:spPr/>
      <dgm:t>
        <a:bodyPr/>
        <a:lstStyle/>
        <a:p>
          <a:endParaRPr lang="en-US"/>
        </a:p>
      </dgm:t>
    </dgm:pt>
    <dgm:pt modelId="{B6FA1175-2D48-441C-A128-CA61AE93E7B2}" type="sibTrans" cxnId="{7D253DD0-A258-48FC-847A-601E9276AA3F}">
      <dgm:prSet/>
      <dgm:spPr/>
      <dgm:t>
        <a:bodyPr/>
        <a:lstStyle/>
        <a:p>
          <a:endParaRPr lang="en-US"/>
        </a:p>
      </dgm:t>
    </dgm:pt>
    <dgm:pt modelId="{CA596AE0-608A-47F9-9043-5B1F58D7B246}">
      <dgm:prSet phldrT="[Text]" custT="1"/>
      <dgm:spPr>
        <a:solidFill>
          <a:schemeClr val="bg1"/>
        </a:solidFill>
      </dgm:spPr>
      <dgm:t>
        <a:bodyPr/>
        <a:lstStyle/>
        <a:p>
          <a:pPr algn="l"/>
          <a:r>
            <a:rPr lang="en-US" sz="2000" b="1" dirty="0" smtClean="0">
              <a:solidFill>
                <a:srgbClr val="2C3E50"/>
              </a:solidFill>
              <a:latin typeface="Segoe UI" panose="020B0502040204020203" pitchFamily="34" charset="0"/>
            </a:rPr>
            <a:t>📈 Hypothesis Testing </a:t>
          </a:r>
        </a:p>
        <a:p>
          <a:pPr algn="l"/>
          <a:r>
            <a:rPr lang="en-US" sz="2000" b="1" dirty="0" smtClean="0">
              <a:solidFill>
                <a:srgbClr val="555555"/>
              </a:solidFill>
              <a:latin typeface="Segoe UI" panose="020B0502040204020203" pitchFamily="34" charset="0"/>
            </a:rPr>
            <a:t>H₀:</a:t>
          </a:r>
          <a:r>
            <a:rPr lang="en-US" sz="2000" dirty="0" smtClean="0">
              <a:solidFill>
                <a:srgbClr val="555555"/>
              </a:solidFill>
              <a:latin typeface="Segoe UI" panose="020B0502040204020203" pitchFamily="34" charset="0"/>
            </a:rPr>
            <a:t> No significant performance difference between models- </a:t>
          </a:r>
          <a:br>
            <a:rPr lang="en-US" sz="2000" dirty="0" smtClean="0">
              <a:solidFill>
                <a:srgbClr val="555555"/>
              </a:solidFill>
              <a:latin typeface="Segoe UI" panose="020B0502040204020203" pitchFamily="34" charset="0"/>
            </a:rPr>
          </a:br>
          <a:r>
            <a:rPr lang="en-US" sz="2000" b="1" dirty="0" smtClean="0">
              <a:solidFill>
                <a:srgbClr val="555555"/>
              </a:solidFill>
              <a:latin typeface="Segoe UI" panose="020B0502040204020203" pitchFamily="34" charset="0"/>
            </a:rPr>
            <a:t>Hₐ:</a:t>
          </a:r>
          <a:r>
            <a:rPr lang="en-US" sz="2000" dirty="0" smtClean="0">
              <a:solidFill>
                <a:srgbClr val="555555"/>
              </a:solidFill>
              <a:latin typeface="Segoe UI" panose="020B0502040204020203" pitchFamily="34" charset="0"/>
            </a:rPr>
            <a:t> Significant performance improvement exists</a:t>
          </a:r>
          <a:endParaRPr lang="en-US" sz="2000" dirty="0"/>
        </a:p>
      </dgm:t>
    </dgm:pt>
    <dgm:pt modelId="{D947633F-B92B-479B-9D69-BC8CD488077A}" type="parTrans" cxnId="{0526802A-6CC9-4EDC-BF83-C8710673567E}">
      <dgm:prSet/>
      <dgm:spPr/>
      <dgm:t>
        <a:bodyPr/>
        <a:lstStyle/>
        <a:p>
          <a:endParaRPr lang="en-US"/>
        </a:p>
      </dgm:t>
    </dgm:pt>
    <dgm:pt modelId="{B5C35CA5-87E0-43F1-BEDA-B4545E353D95}" type="sibTrans" cxnId="{0526802A-6CC9-4EDC-BF83-C8710673567E}">
      <dgm:prSet/>
      <dgm:spPr/>
      <dgm:t>
        <a:bodyPr/>
        <a:lstStyle/>
        <a:p>
          <a:endParaRPr lang="en-US"/>
        </a:p>
      </dgm:t>
    </dgm:pt>
    <dgm:pt modelId="{4EB720DC-5E05-4819-B722-247CD222DB62}">
      <dgm:prSet phldrT="[Text]" custT="1"/>
      <dgm:spPr>
        <a:solidFill>
          <a:schemeClr val="bg1"/>
        </a:solidFill>
      </dgm:spPr>
      <dgm:t>
        <a:bodyPr/>
        <a:lstStyle/>
        <a:p>
          <a:endParaRPr lang="en-US" sz="3200" dirty="0"/>
        </a:p>
      </dgm:t>
    </dgm:pt>
    <dgm:pt modelId="{84E02545-3C05-4F63-829C-4B6880584A35}" type="sibTrans" cxnId="{5467F561-5EB8-45A9-ABA4-46893EE6852A}">
      <dgm:prSet/>
      <dgm:spPr/>
      <dgm:t>
        <a:bodyPr/>
        <a:lstStyle/>
        <a:p>
          <a:endParaRPr lang="en-US"/>
        </a:p>
      </dgm:t>
    </dgm:pt>
    <dgm:pt modelId="{9EE00169-4225-4FAA-928D-9095FF07F5B0}" type="parTrans" cxnId="{5467F561-5EB8-45A9-ABA4-46893EE6852A}">
      <dgm:prSet/>
      <dgm:spPr/>
      <dgm:t>
        <a:bodyPr/>
        <a:lstStyle/>
        <a:p>
          <a:endParaRPr lang="en-US"/>
        </a:p>
      </dgm:t>
    </dgm:pt>
    <dgm:pt modelId="{1DF8354B-7AAF-4E96-A93A-87C591C35C30}" type="pres">
      <dgm:prSet presAssocID="{30378EA4-0D8A-4246-BE9A-8FD47DE5112D}" presName="Name0" presStyleCnt="0">
        <dgm:presLayoutVars>
          <dgm:dir/>
          <dgm:animLvl val="lvl"/>
          <dgm:resizeHandles val="exact"/>
        </dgm:presLayoutVars>
      </dgm:prSet>
      <dgm:spPr/>
      <dgm:t>
        <a:bodyPr/>
        <a:lstStyle/>
        <a:p>
          <a:endParaRPr lang="en-US"/>
        </a:p>
      </dgm:t>
    </dgm:pt>
    <dgm:pt modelId="{48676F26-86C6-4F7E-A1A2-081411EB924D}" type="pres">
      <dgm:prSet presAssocID="{4EB720DC-5E05-4819-B722-247CD222DB62}" presName="boxAndChildren" presStyleCnt="0"/>
      <dgm:spPr/>
    </dgm:pt>
    <dgm:pt modelId="{298FBAC9-BA52-46F8-9FAD-A13699814EA3}" type="pres">
      <dgm:prSet presAssocID="{4EB720DC-5E05-4819-B722-247CD222DB62}" presName="parentTextBox" presStyleLbl="node1" presStyleIdx="0" presStyleCnt="1"/>
      <dgm:spPr/>
      <dgm:t>
        <a:bodyPr/>
        <a:lstStyle/>
        <a:p>
          <a:endParaRPr lang="en-US"/>
        </a:p>
      </dgm:t>
    </dgm:pt>
    <dgm:pt modelId="{33985054-33F6-4A03-AA0D-A06C9803882A}" type="pres">
      <dgm:prSet presAssocID="{4EB720DC-5E05-4819-B722-247CD222DB62}" presName="entireBox" presStyleLbl="node1" presStyleIdx="0" presStyleCnt="1" custLinFactNeighborX="231" custLinFactNeighborY="-10200"/>
      <dgm:spPr/>
      <dgm:t>
        <a:bodyPr/>
        <a:lstStyle/>
        <a:p>
          <a:endParaRPr lang="en-US"/>
        </a:p>
      </dgm:t>
    </dgm:pt>
    <dgm:pt modelId="{0507B7EC-C375-471D-A607-437527A8C789}" type="pres">
      <dgm:prSet presAssocID="{4EB720DC-5E05-4819-B722-247CD222DB62}" presName="descendantBox" presStyleCnt="0"/>
      <dgm:spPr/>
    </dgm:pt>
    <dgm:pt modelId="{EB1C579F-2787-4F49-ABBC-11469C1082A4}" type="pres">
      <dgm:prSet presAssocID="{441AAF9A-48A9-4A70-8E1E-7FC5CD6DD5B9}" presName="childTextBox" presStyleLbl="fgAccFollowNode1" presStyleIdx="0" presStyleCnt="2" custScaleY="326406">
        <dgm:presLayoutVars>
          <dgm:bulletEnabled val="1"/>
        </dgm:presLayoutVars>
      </dgm:prSet>
      <dgm:spPr/>
      <dgm:t>
        <a:bodyPr/>
        <a:lstStyle/>
        <a:p>
          <a:endParaRPr lang="en-US"/>
        </a:p>
      </dgm:t>
    </dgm:pt>
    <dgm:pt modelId="{380781C4-E759-42D8-B4D1-1D0B1E76AB24}" type="pres">
      <dgm:prSet presAssocID="{CA596AE0-608A-47F9-9043-5B1F58D7B246}" presName="childTextBox" presStyleLbl="fgAccFollowNode1" presStyleIdx="1" presStyleCnt="2" custScaleY="326885">
        <dgm:presLayoutVars>
          <dgm:bulletEnabled val="1"/>
        </dgm:presLayoutVars>
      </dgm:prSet>
      <dgm:spPr/>
      <dgm:t>
        <a:bodyPr/>
        <a:lstStyle/>
        <a:p>
          <a:endParaRPr lang="en-US"/>
        </a:p>
      </dgm:t>
    </dgm:pt>
  </dgm:ptLst>
  <dgm:cxnLst>
    <dgm:cxn modelId="{4724293F-3A31-4342-AD75-B01806762969}" type="presOf" srcId="{4EB720DC-5E05-4819-B722-247CD222DB62}" destId="{33985054-33F6-4A03-AA0D-A06C9803882A}" srcOrd="1" destOrd="0" presId="urn:microsoft.com/office/officeart/2005/8/layout/process4"/>
    <dgm:cxn modelId="{F8E4330B-4E1C-4DAF-A1EA-EA883486075E}" type="presOf" srcId="{4EB720DC-5E05-4819-B722-247CD222DB62}" destId="{298FBAC9-BA52-46F8-9FAD-A13699814EA3}" srcOrd="0" destOrd="0" presId="urn:microsoft.com/office/officeart/2005/8/layout/process4"/>
    <dgm:cxn modelId="{15907963-88F6-4152-B40F-6D3F439774B3}" type="presOf" srcId="{30378EA4-0D8A-4246-BE9A-8FD47DE5112D}" destId="{1DF8354B-7AAF-4E96-A93A-87C591C35C30}" srcOrd="0" destOrd="0" presId="urn:microsoft.com/office/officeart/2005/8/layout/process4"/>
    <dgm:cxn modelId="{8A7B16E5-9522-4900-88F3-E6F2A8744ECB}" type="presOf" srcId="{CA596AE0-608A-47F9-9043-5B1F58D7B246}" destId="{380781C4-E759-42D8-B4D1-1D0B1E76AB24}" srcOrd="0" destOrd="0" presId="urn:microsoft.com/office/officeart/2005/8/layout/process4"/>
    <dgm:cxn modelId="{259E0FD1-BDAC-4010-B5B3-79C3927ACD10}" type="presOf" srcId="{441AAF9A-48A9-4A70-8E1E-7FC5CD6DD5B9}" destId="{EB1C579F-2787-4F49-ABBC-11469C1082A4}" srcOrd="0" destOrd="0" presId="urn:microsoft.com/office/officeart/2005/8/layout/process4"/>
    <dgm:cxn modelId="{0526802A-6CC9-4EDC-BF83-C8710673567E}" srcId="{4EB720DC-5E05-4819-B722-247CD222DB62}" destId="{CA596AE0-608A-47F9-9043-5B1F58D7B246}" srcOrd="1" destOrd="0" parTransId="{D947633F-B92B-479B-9D69-BC8CD488077A}" sibTransId="{B5C35CA5-87E0-43F1-BEDA-B4545E353D95}"/>
    <dgm:cxn modelId="{7D253DD0-A258-48FC-847A-601E9276AA3F}" srcId="{4EB720DC-5E05-4819-B722-247CD222DB62}" destId="{441AAF9A-48A9-4A70-8E1E-7FC5CD6DD5B9}" srcOrd="0" destOrd="0" parTransId="{111BB27F-3E73-474E-848C-CA2F161490F8}" sibTransId="{B6FA1175-2D48-441C-A128-CA61AE93E7B2}"/>
    <dgm:cxn modelId="{5467F561-5EB8-45A9-ABA4-46893EE6852A}" srcId="{30378EA4-0D8A-4246-BE9A-8FD47DE5112D}" destId="{4EB720DC-5E05-4819-B722-247CD222DB62}" srcOrd="0" destOrd="0" parTransId="{9EE00169-4225-4FAA-928D-9095FF07F5B0}" sibTransId="{84E02545-3C05-4F63-829C-4B6880584A35}"/>
    <dgm:cxn modelId="{3351E234-F642-4431-8D49-19681EF1A90D}" type="presParOf" srcId="{1DF8354B-7AAF-4E96-A93A-87C591C35C30}" destId="{48676F26-86C6-4F7E-A1A2-081411EB924D}" srcOrd="0" destOrd="0" presId="urn:microsoft.com/office/officeart/2005/8/layout/process4"/>
    <dgm:cxn modelId="{AB45B464-DCC9-4FE6-9D2D-49DD49BF0C43}" type="presParOf" srcId="{48676F26-86C6-4F7E-A1A2-081411EB924D}" destId="{298FBAC9-BA52-46F8-9FAD-A13699814EA3}" srcOrd="0" destOrd="0" presId="urn:microsoft.com/office/officeart/2005/8/layout/process4"/>
    <dgm:cxn modelId="{C1705BC1-A323-45D5-A27F-57A69B548347}" type="presParOf" srcId="{48676F26-86C6-4F7E-A1A2-081411EB924D}" destId="{33985054-33F6-4A03-AA0D-A06C9803882A}" srcOrd="1" destOrd="0" presId="urn:microsoft.com/office/officeart/2005/8/layout/process4"/>
    <dgm:cxn modelId="{780AE095-CD66-46FB-9533-8810BC28C0D1}" type="presParOf" srcId="{48676F26-86C6-4F7E-A1A2-081411EB924D}" destId="{0507B7EC-C375-471D-A607-437527A8C789}" srcOrd="2" destOrd="0" presId="urn:microsoft.com/office/officeart/2005/8/layout/process4"/>
    <dgm:cxn modelId="{7CB1B75C-C5D9-48E5-9D7D-84ACF6574AD0}" type="presParOf" srcId="{0507B7EC-C375-471D-A607-437527A8C789}" destId="{EB1C579F-2787-4F49-ABBC-11469C1082A4}" srcOrd="0" destOrd="0" presId="urn:microsoft.com/office/officeart/2005/8/layout/process4"/>
    <dgm:cxn modelId="{08F5B169-E8BB-4A0D-9BF6-8E1812CFD632}" type="presParOf" srcId="{0507B7EC-C375-471D-A607-437527A8C789}" destId="{380781C4-E759-42D8-B4D1-1D0B1E76AB24}" srcOrd="1" destOrd="0" presId="urn:microsoft.com/office/officeart/2005/8/layout/process4"/>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985054-33F6-4A03-AA0D-A06C9803882A}">
      <dsp:nvSpPr>
        <dsp:cNvPr id="0" name=""/>
        <dsp:cNvSpPr/>
      </dsp:nvSpPr>
      <dsp:spPr>
        <a:xfrm>
          <a:off x="0" y="0"/>
          <a:ext cx="9955287" cy="1502393"/>
        </a:xfrm>
        <a:prstGeom prst="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lvl="0" algn="ctr" defTabSz="1422400">
            <a:lnSpc>
              <a:spcPct val="90000"/>
            </a:lnSpc>
            <a:spcBef>
              <a:spcPct val="0"/>
            </a:spcBef>
            <a:spcAft>
              <a:spcPct val="35000"/>
            </a:spcAft>
          </a:pPr>
          <a:endParaRPr lang="en-US" sz="3200" kern="1200" dirty="0"/>
        </a:p>
      </dsp:txBody>
      <dsp:txXfrm>
        <a:off x="0" y="0"/>
        <a:ext cx="9955287" cy="811292"/>
      </dsp:txXfrm>
    </dsp:sp>
    <dsp:sp modelId="{EB1C579F-2787-4F49-ABBC-11469C1082A4}">
      <dsp:nvSpPr>
        <dsp:cNvPr id="0" name=""/>
        <dsp:cNvSpPr/>
      </dsp:nvSpPr>
      <dsp:spPr>
        <a:xfrm>
          <a:off x="0" y="1655"/>
          <a:ext cx="4977643" cy="2255795"/>
        </a:xfrm>
        <a:prstGeom prst="rect">
          <a:avLst/>
        </a:prstGeom>
        <a:solidFill>
          <a:schemeClr val="bg1"/>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lvl="0" algn="l" defTabSz="889000">
            <a:lnSpc>
              <a:spcPct val="90000"/>
            </a:lnSpc>
            <a:spcBef>
              <a:spcPct val="0"/>
            </a:spcBef>
            <a:spcAft>
              <a:spcPct val="35000"/>
            </a:spcAft>
          </a:pPr>
          <a:r>
            <a:rPr lang="en-US" sz="2000" b="1" kern="1200" dirty="0" smtClean="0">
              <a:solidFill>
                <a:srgbClr val="2C3E50"/>
              </a:solidFill>
              <a:latin typeface="Segoe UI" panose="020B0502040204020203" pitchFamily="34" charset="0"/>
            </a:rPr>
            <a:t>🔬 Wilcoxon Signed-Rank Test</a:t>
          </a:r>
        </a:p>
        <a:p>
          <a:pPr lvl="0" algn="l" defTabSz="889000">
            <a:lnSpc>
              <a:spcPct val="90000"/>
            </a:lnSpc>
            <a:spcBef>
              <a:spcPct val="0"/>
            </a:spcBef>
            <a:spcAft>
              <a:spcPct val="35000"/>
            </a:spcAft>
          </a:pPr>
          <a:r>
            <a:rPr lang="en-US" sz="2000" kern="1200" dirty="0" smtClean="0">
              <a:solidFill>
                <a:srgbClr val="555555"/>
              </a:solidFill>
              <a:latin typeface="Segoe UI" panose="020B0502040204020203" pitchFamily="34" charset="0"/>
            </a:rPr>
            <a:t>Non-parametric test ideal for paired data without assuming normal distribution. Compares macro-F1 scores from 10-fold cross-validation.</a:t>
          </a:r>
          <a:endParaRPr lang="en-US" sz="2000" kern="1200" dirty="0"/>
        </a:p>
      </dsp:txBody>
      <dsp:txXfrm>
        <a:off x="0" y="1655"/>
        <a:ext cx="4977643" cy="2255795"/>
      </dsp:txXfrm>
    </dsp:sp>
    <dsp:sp modelId="{380781C4-E759-42D8-B4D1-1D0B1E76AB24}">
      <dsp:nvSpPr>
        <dsp:cNvPr id="0" name=""/>
        <dsp:cNvSpPr/>
      </dsp:nvSpPr>
      <dsp:spPr>
        <a:xfrm>
          <a:off x="4977643" y="0"/>
          <a:ext cx="4977643" cy="2259105"/>
        </a:xfrm>
        <a:prstGeom prst="rect">
          <a:avLst/>
        </a:prstGeom>
        <a:solidFill>
          <a:schemeClr val="bg1"/>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lvl="0" algn="l" defTabSz="889000">
            <a:lnSpc>
              <a:spcPct val="90000"/>
            </a:lnSpc>
            <a:spcBef>
              <a:spcPct val="0"/>
            </a:spcBef>
            <a:spcAft>
              <a:spcPct val="35000"/>
            </a:spcAft>
          </a:pPr>
          <a:r>
            <a:rPr lang="en-US" sz="2000" b="1" kern="1200" dirty="0" smtClean="0">
              <a:solidFill>
                <a:srgbClr val="2C3E50"/>
              </a:solidFill>
              <a:latin typeface="Segoe UI" panose="020B0502040204020203" pitchFamily="34" charset="0"/>
            </a:rPr>
            <a:t>📈 Hypothesis Testing </a:t>
          </a:r>
        </a:p>
        <a:p>
          <a:pPr lvl="0" algn="l" defTabSz="889000">
            <a:lnSpc>
              <a:spcPct val="90000"/>
            </a:lnSpc>
            <a:spcBef>
              <a:spcPct val="0"/>
            </a:spcBef>
            <a:spcAft>
              <a:spcPct val="35000"/>
            </a:spcAft>
          </a:pPr>
          <a:r>
            <a:rPr lang="en-US" sz="2000" b="1" kern="1200" dirty="0" smtClean="0">
              <a:solidFill>
                <a:srgbClr val="555555"/>
              </a:solidFill>
              <a:latin typeface="Segoe UI" panose="020B0502040204020203" pitchFamily="34" charset="0"/>
            </a:rPr>
            <a:t>H₀:</a:t>
          </a:r>
          <a:r>
            <a:rPr lang="en-US" sz="2000" kern="1200" dirty="0" smtClean="0">
              <a:solidFill>
                <a:srgbClr val="555555"/>
              </a:solidFill>
              <a:latin typeface="Segoe UI" panose="020B0502040204020203" pitchFamily="34" charset="0"/>
            </a:rPr>
            <a:t> No significant performance difference between models- </a:t>
          </a:r>
          <a:br>
            <a:rPr lang="en-US" sz="2000" kern="1200" dirty="0" smtClean="0">
              <a:solidFill>
                <a:srgbClr val="555555"/>
              </a:solidFill>
              <a:latin typeface="Segoe UI" panose="020B0502040204020203" pitchFamily="34" charset="0"/>
            </a:rPr>
          </a:br>
          <a:r>
            <a:rPr lang="en-US" sz="2000" b="1" kern="1200" dirty="0" smtClean="0">
              <a:solidFill>
                <a:srgbClr val="555555"/>
              </a:solidFill>
              <a:latin typeface="Segoe UI" panose="020B0502040204020203" pitchFamily="34" charset="0"/>
            </a:rPr>
            <a:t>Hₐ:</a:t>
          </a:r>
          <a:r>
            <a:rPr lang="en-US" sz="2000" kern="1200" dirty="0" smtClean="0">
              <a:solidFill>
                <a:srgbClr val="555555"/>
              </a:solidFill>
              <a:latin typeface="Segoe UI" panose="020B0502040204020203" pitchFamily="34" charset="0"/>
            </a:rPr>
            <a:t> Significant performance improvement exists</a:t>
          </a:r>
          <a:endParaRPr lang="en-US" sz="2000" kern="1200" dirty="0"/>
        </a:p>
      </dsp:txBody>
      <dsp:txXfrm>
        <a:off x="4977643" y="0"/>
        <a:ext cx="4977643" cy="2259105"/>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41B81D-1DD9-44E6-8F8D-5960497CA69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DFC0008E-CEDE-4475-8491-4EC1173ADD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FF0A85-103B-4C3C-BE4C-8BF607F8C317}" type="datetime1">
              <a:rPr lang="en-US" smtClean="0"/>
              <a:t>12/6/2025</a:t>
            </a:fld>
            <a:endParaRPr lang="en-IN"/>
          </a:p>
        </p:txBody>
      </p:sp>
      <p:sp>
        <p:nvSpPr>
          <p:cNvPr id="4" name="Footer Placeholder 3">
            <a:extLst>
              <a:ext uri="{FF2B5EF4-FFF2-40B4-BE49-F238E27FC236}">
                <a16:creationId xmlns:a16="http://schemas.microsoft.com/office/drawing/2014/main" id="{257FF283-FFB6-4213-96CC-D7626AE9758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D9F4062-5521-4182-B2BD-01B9368B04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73F566-09D4-477B-8DC3-19DCC78C9B2C}" type="slidenum">
              <a:rPr lang="en-IN" smtClean="0"/>
              <a:t>‹#›</a:t>
            </a:fld>
            <a:endParaRPr lang="en-IN"/>
          </a:p>
        </p:txBody>
      </p:sp>
    </p:spTree>
    <p:extLst>
      <p:ext uri="{BB962C8B-B14F-4D97-AF65-F5344CB8AC3E}">
        <p14:creationId xmlns:p14="http://schemas.microsoft.com/office/powerpoint/2010/main" val="2184129533"/>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3E50DA7A-7BEC-4BFC-87A8-61BF64C53E15}" type="datetime1">
              <a:rPr lang="en-US" smtClean="0"/>
              <a:t>12/6/2025</a:t>
            </a:fld>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ftr="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endParaRPr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2" name="Date Placeholder 1">
            <a:extLst>
              <a:ext uri="{FF2B5EF4-FFF2-40B4-BE49-F238E27FC236}">
                <a16:creationId xmlns:a16="http://schemas.microsoft.com/office/drawing/2014/main" id="{0EE6B8B0-A7AE-4EE5-9C45-B07C306A2EB3}"/>
              </a:ext>
            </a:extLst>
          </p:cNvPr>
          <p:cNvSpPr>
            <a:spLocks noGrp="1"/>
          </p:cNvSpPr>
          <p:nvPr>
            <p:ph type="dt" idx="10"/>
          </p:nvPr>
        </p:nvSpPr>
        <p:spPr/>
        <p:txBody>
          <a:bodyPr/>
          <a:lstStyle/>
          <a:p>
            <a:fld id="{7A79A865-9B25-48DC-9047-020D4B7BF083}" type="datetime1">
              <a:rPr lang="en-US" smtClean="0"/>
              <a:t>12/6/2025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3657600" lvl="8" indent="0" algn="l" rtl="0">
              <a:spcBef>
                <a:spcPts val="0"/>
              </a:spcBef>
              <a:spcAft>
                <a:spcPts val="0"/>
              </a:spcAft>
              <a:buNone/>
            </a:pPr>
            <a:endParaRPr dirty="0"/>
          </a:p>
        </p:txBody>
      </p:sp>
      <p:sp>
        <p:nvSpPr>
          <p:cNvPr id="99" name="Google Shape;9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
        <p:nvSpPr>
          <p:cNvPr id="2" name="Date Placeholder 1">
            <a:extLst>
              <a:ext uri="{FF2B5EF4-FFF2-40B4-BE49-F238E27FC236}">
                <a16:creationId xmlns:a16="http://schemas.microsoft.com/office/drawing/2014/main" id="{1512DC07-9CC5-4320-B2A7-875E80EBFC86}"/>
              </a:ext>
            </a:extLst>
          </p:cNvPr>
          <p:cNvSpPr>
            <a:spLocks noGrp="1"/>
          </p:cNvSpPr>
          <p:nvPr>
            <p:ph type="dt" idx="10"/>
          </p:nvPr>
        </p:nvSpPr>
        <p:spPr/>
        <p:txBody>
          <a:bodyPr/>
          <a:lstStyle/>
          <a:p>
            <a:fld id="{FC000789-65D1-4920-B663-B0D69F4D69EF}" type="datetime1">
              <a:rPr lang="en-US" smtClean="0"/>
              <a:t>12/6/2025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IN" b="0"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91628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9940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endParaRPr dirty="0"/>
          </a:p>
        </p:txBody>
      </p:sp>
      <p:sp>
        <p:nvSpPr>
          <p:cNvPr id="110" name="Google Shape;11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
        <p:nvSpPr>
          <p:cNvPr id="2" name="Date Placeholder 1">
            <a:extLst>
              <a:ext uri="{FF2B5EF4-FFF2-40B4-BE49-F238E27FC236}">
                <a16:creationId xmlns:a16="http://schemas.microsoft.com/office/drawing/2014/main" id="{48CFBFE6-AED1-4E66-A270-E383F5E643B4}"/>
              </a:ext>
            </a:extLst>
          </p:cNvPr>
          <p:cNvSpPr>
            <a:spLocks noGrp="1"/>
          </p:cNvSpPr>
          <p:nvPr>
            <p:ph type="dt" idx="10"/>
          </p:nvPr>
        </p:nvSpPr>
        <p:spPr/>
        <p:txBody>
          <a:bodyPr/>
          <a:lstStyle/>
          <a:p>
            <a:fld id="{AEEC9DF2-13BF-4F7F-9988-9F919F8861B8}" type="datetime1">
              <a:rPr lang="en-US" smtClean="0"/>
              <a:t>12/6/2025</a:t>
            </a:fld>
            <a:endParaRPr lang="en-US"/>
          </a:p>
        </p:txBody>
      </p:sp>
    </p:spTree>
    <p:extLst>
      <p:ext uri="{BB962C8B-B14F-4D97-AF65-F5344CB8AC3E}">
        <p14:creationId xmlns:p14="http://schemas.microsoft.com/office/powerpoint/2010/main" val="3487620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IN" sz="1000"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87424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82164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30321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436427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6">
            <a:extLst>
              <a:ext uri="{FF2B5EF4-FFF2-40B4-BE49-F238E27FC236}">
                <a16:creationId xmlns:a16="http://schemas.microsoft.com/office/drawing/2014/main" id="{BFE374B7-A6D4-4FB4-9837-4FB8AB8DA75B}"/>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1pPr>
            <a:lvl2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2pPr>
            <a:lvl3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3pPr>
            <a:lvl4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4pPr>
            <a:lvl5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5pPr>
            <a:lvl6pPr marL="25146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6pPr>
            <a:lvl7pPr marL="29718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7pPr>
            <a:lvl8pPr marL="34290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8pPr>
            <a:lvl9pPr marL="38862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9pPr>
          </a:lstStyle>
          <a:p>
            <a:pPr eaLnBrk="1"/>
            <a:fld id="{FA943232-E0F1-41EB-B244-2C903E465D86}" type="slidenum">
              <a:rPr lang="en-IN" altLang="en-US" sz="1400">
                <a:solidFill>
                  <a:srgbClr val="DBF5F9"/>
                </a:solidFill>
              </a:rPr>
              <a:pPr eaLnBrk="1"/>
              <a:t>10</a:t>
            </a:fld>
            <a:endParaRPr lang="en-IN" altLang="en-US" sz="1400">
              <a:solidFill>
                <a:srgbClr val="DBF5F9"/>
              </a:solidFill>
            </a:endParaRPr>
          </a:p>
        </p:txBody>
      </p:sp>
      <p:sp>
        <p:nvSpPr>
          <p:cNvPr id="22531" name="Rectangle 1">
            <a:extLst>
              <a:ext uri="{FF2B5EF4-FFF2-40B4-BE49-F238E27FC236}">
                <a16:creationId xmlns:a16="http://schemas.microsoft.com/office/drawing/2014/main" id="{EF6BA2DB-1CB8-46AC-BD49-9B7B7DCAD1B7}"/>
              </a:ext>
            </a:extLst>
          </p:cNvPr>
          <p:cNvSpPr>
            <a:spLocks noGrp="1" noRot="1" noChangeAspect="1" noChangeArrowheads="1" noTextEdit="1"/>
          </p:cNvSpPr>
          <p:nvPr>
            <p:ph type="sldImg"/>
          </p:nvPr>
        </p:nvSpPr>
        <p:spPr>
          <a:xfrm>
            <a:off x="457200" y="1117600"/>
            <a:ext cx="6643688" cy="3738563"/>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2" name="Rectangle 2">
            <a:extLst>
              <a:ext uri="{FF2B5EF4-FFF2-40B4-BE49-F238E27FC236}">
                <a16:creationId xmlns:a16="http://schemas.microsoft.com/office/drawing/2014/main" id="{8528498F-8432-416D-89A1-46B82BE47549}"/>
              </a:ext>
            </a:extLst>
          </p:cNvPr>
          <p:cNvSpPr>
            <a:spLocks noGrp="1" noChangeArrowheads="1"/>
          </p:cNvSpPr>
          <p:nvPr>
            <p:ph type="body" idx="1"/>
          </p:nvPr>
        </p:nvSpPr>
        <p:spPr>
          <a:xfrm>
            <a:off x="1044575" y="5095875"/>
            <a:ext cx="5472113" cy="4486275"/>
          </a:xfrm>
          <a:noFill/>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anose="02020603050405020304" pitchFamily="18" charset="0"/>
            </a:endParaRPr>
          </a:p>
        </p:txBody>
      </p:sp>
      <p:sp>
        <p:nvSpPr>
          <p:cNvPr id="22533" name="Date Placeholder 1">
            <a:extLst>
              <a:ext uri="{FF2B5EF4-FFF2-40B4-BE49-F238E27FC236}">
                <a16:creationId xmlns:a16="http://schemas.microsoft.com/office/drawing/2014/main" id="{17B69E9B-A4FE-4D33-8B05-639E48B303BB}"/>
              </a:ext>
            </a:extLst>
          </p:cNvPr>
          <p:cNvSpPr>
            <a:spLocks noGrp="1"/>
          </p:cNvSpPr>
          <p:nvPr>
            <p:ph type="dt"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1pPr>
            <a:lvl2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2pPr>
            <a:lvl3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3pPr>
            <a:lvl4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4pPr>
            <a:lvl5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5pPr>
            <a:lvl6pPr marL="25146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6pPr>
            <a:lvl7pPr marL="29718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7pPr>
            <a:lvl8pPr marL="34290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8pPr>
            <a:lvl9pPr marL="38862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9pPr>
          </a:lstStyle>
          <a:p>
            <a:pPr eaLnBrk="1">
              <a:buFont typeface="Times New Roman" panose="02020603050405020304" pitchFamily="18" charset="0"/>
              <a:buNone/>
            </a:pPr>
            <a:fld id="{FFEF3CB2-B395-43F7-BAF6-2CB4E8F09D16}" type="datetime1">
              <a:rPr lang="en-US" altLang="en-US" sz="1400" smtClean="0">
                <a:solidFill>
                  <a:srgbClr val="DBF5F9"/>
                </a:solidFill>
              </a:rPr>
              <a:t>12/6/2025</a:t>
            </a:fld>
            <a:endParaRPr lang="en-IN" altLang="en-US" sz="1400">
              <a:solidFill>
                <a:srgbClr val="DBF5F9"/>
              </a:solidFill>
            </a:endParaRPr>
          </a:p>
        </p:txBody>
      </p:sp>
    </p:spTree>
    <p:extLst>
      <p:ext uri="{BB962C8B-B14F-4D97-AF65-F5344CB8AC3E}">
        <p14:creationId xmlns:p14="http://schemas.microsoft.com/office/powerpoint/2010/main" val="799685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671160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6">
            <a:extLst>
              <a:ext uri="{FF2B5EF4-FFF2-40B4-BE49-F238E27FC236}">
                <a16:creationId xmlns:a16="http://schemas.microsoft.com/office/drawing/2014/main" id="{EA037CB6-8145-4ACE-ADD4-E923C63AEDD8}"/>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1pPr>
            <a:lvl2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2pPr>
            <a:lvl3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3pPr>
            <a:lvl4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4pPr>
            <a:lvl5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5pPr>
            <a:lvl6pPr marL="25146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6pPr>
            <a:lvl7pPr marL="29718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7pPr>
            <a:lvl8pPr marL="34290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8pPr>
            <a:lvl9pPr marL="38862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9pPr>
          </a:lstStyle>
          <a:p>
            <a:pPr eaLnBrk="1"/>
            <a:fld id="{27CFCDA8-DBC4-46B8-8101-156C071DE6C6}" type="slidenum">
              <a:rPr lang="en-IN" altLang="en-US" sz="1400">
                <a:solidFill>
                  <a:srgbClr val="DBF5F9"/>
                </a:solidFill>
              </a:rPr>
              <a:pPr eaLnBrk="1"/>
              <a:t>12</a:t>
            </a:fld>
            <a:endParaRPr lang="en-IN" altLang="en-US" sz="1400">
              <a:solidFill>
                <a:srgbClr val="DBF5F9"/>
              </a:solidFill>
            </a:endParaRPr>
          </a:p>
        </p:txBody>
      </p:sp>
      <p:sp>
        <p:nvSpPr>
          <p:cNvPr id="23555" name="Rectangle 1">
            <a:extLst>
              <a:ext uri="{FF2B5EF4-FFF2-40B4-BE49-F238E27FC236}">
                <a16:creationId xmlns:a16="http://schemas.microsoft.com/office/drawing/2014/main" id="{C81886A7-59C1-4581-9D43-4C3DDEF35477}"/>
              </a:ext>
            </a:extLst>
          </p:cNvPr>
          <p:cNvSpPr>
            <a:spLocks noGrp="1" noRot="1" noChangeAspect="1" noChangeArrowheads="1" noTextEdit="1"/>
          </p:cNvSpPr>
          <p:nvPr>
            <p:ph type="sldImg"/>
          </p:nvPr>
        </p:nvSpPr>
        <p:spPr>
          <a:xfrm>
            <a:off x="457200" y="1117600"/>
            <a:ext cx="6643688" cy="3738563"/>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6" name="Rectangle 2">
            <a:extLst>
              <a:ext uri="{FF2B5EF4-FFF2-40B4-BE49-F238E27FC236}">
                <a16:creationId xmlns:a16="http://schemas.microsoft.com/office/drawing/2014/main" id="{AFFDCDC3-93A3-4696-9B00-08DE2AA91EEA}"/>
              </a:ext>
            </a:extLst>
          </p:cNvPr>
          <p:cNvSpPr>
            <a:spLocks noGrp="1" noChangeArrowheads="1"/>
          </p:cNvSpPr>
          <p:nvPr>
            <p:ph type="body" idx="1"/>
          </p:nvPr>
        </p:nvSpPr>
        <p:spPr>
          <a:xfrm>
            <a:off x="1044575" y="5095875"/>
            <a:ext cx="5472113" cy="4486275"/>
          </a:xfrm>
          <a:noFill/>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latin typeface="Times New Roman" panose="02020603050405020304" pitchFamily="18" charset="0"/>
            </a:endParaRPr>
          </a:p>
        </p:txBody>
      </p:sp>
      <p:sp>
        <p:nvSpPr>
          <p:cNvPr id="23557" name="Date Placeholder 1">
            <a:extLst>
              <a:ext uri="{FF2B5EF4-FFF2-40B4-BE49-F238E27FC236}">
                <a16:creationId xmlns:a16="http://schemas.microsoft.com/office/drawing/2014/main" id="{911BB1A7-F9BA-4384-A8A7-605D4D0C6CDB}"/>
              </a:ext>
            </a:extLst>
          </p:cNvPr>
          <p:cNvSpPr>
            <a:spLocks noGrp="1"/>
          </p:cNvSpPr>
          <p:nvPr>
            <p:ph type="dt"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1pPr>
            <a:lvl2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2pPr>
            <a:lvl3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3pPr>
            <a:lvl4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4pPr>
            <a:lvl5pPr eaLnBrk="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5pPr>
            <a:lvl6pPr marL="25146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6pPr>
            <a:lvl7pPr marL="29718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7pPr>
            <a:lvl8pPr marL="34290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8pPr>
            <a:lvl9pPr marL="38862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Lst>
              <a:defRPr sz="2200">
                <a:solidFill>
                  <a:schemeClr val="tx1"/>
                </a:solidFill>
                <a:latin typeface="Source Sans Pro" panose="020B0503030403020204" pitchFamily="34" charset="0"/>
                <a:cs typeface="DejaVu Sans" charset="0"/>
              </a:defRPr>
            </a:lvl9pPr>
          </a:lstStyle>
          <a:p>
            <a:pPr eaLnBrk="1">
              <a:buFont typeface="Times New Roman" panose="02020603050405020304" pitchFamily="18" charset="0"/>
              <a:buNone/>
            </a:pPr>
            <a:fld id="{CBBC75E4-FECF-45C1-9EE2-94A117DA3BD3}" type="datetime1">
              <a:rPr lang="en-US" altLang="en-US" sz="1400" smtClean="0">
                <a:solidFill>
                  <a:srgbClr val="DBF5F9"/>
                </a:solidFill>
              </a:rPr>
              <a:t>12/6/2025</a:t>
            </a:fld>
            <a:endParaRPr lang="en-IN" altLang="en-US" sz="1400">
              <a:solidFill>
                <a:srgbClr val="DBF5F9"/>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3" name="Google Shape;21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6D9144F0-3C74-4BDA-90EF-2EB316BECA54}"/>
              </a:ext>
            </a:extLst>
          </p:cNvPr>
          <p:cNvSpPr>
            <a:spLocks noGrp="1"/>
          </p:cNvSpPr>
          <p:nvPr>
            <p:ph type="dt" idx="10"/>
          </p:nvPr>
        </p:nvSpPr>
        <p:spPr/>
        <p:txBody>
          <a:bodyPr/>
          <a:lstStyle/>
          <a:p>
            <a:fld id="{0D38D913-7160-4C25-95B0-5A2E45F72D2A}" type="datetime1">
              <a:rPr lang="en-US" smtClean="0"/>
              <a:t>12/6/2025</a:t>
            </a:fld>
            <a:endParaRPr lang="en-US"/>
          </a:p>
        </p:txBody>
      </p:sp>
    </p:spTree>
    <p:extLst>
      <p:ext uri="{BB962C8B-B14F-4D97-AF65-F5344CB8AC3E}">
        <p14:creationId xmlns:p14="http://schemas.microsoft.com/office/powerpoint/2010/main" val="23437286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3" name="Google Shape;21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6D9144F0-3C74-4BDA-90EF-2EB316BECA54}"/>
              </a:ext>
            </a:extLst>
          </p:cNvPr>
          <p:cNvSpPr>
            <a:spLocks noGrp="1"/>
          </p:cNvSpPr>
          <p:nvPr>
            <p:ph type="dt" idx="10"/>
          </p:nvPr>
        </p:nvSpPr>
        <p:spPr/>
        <p:txBody>
          <a:bodyPr/>
          <a:lstStyle/>
          <a:p>
            <a:fld id="{0D38D913-7160-4C25-95B0-5A2E45F72D2A}" type="datetime1">
              <a:rPr lang="en-US" smtClean="0"/>
              <a:t>12/6/2025</a:t>
            </a:fld>
            <a:endParaRPr lang="en-US"/>
          </a:p>
        </p:txBody>
      </p:sp>
    </p:spTree>
    <p:extLst>
      <p:ext uri="{BB962C8B-B14F-4D97-AF65-F5344CB8AC3E}">
        <p14:creationId xmlns:p14="http://schemas.microsoft.com/office/powerpoint/2010/main" val="40095184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IN" dirty="0"/>
          </a:p>
        </p:txBody>
      </p:sp>
      <p:sp>
        <p:nvSpPr>
          <p:cNvPr id="180" name="Google Shape;18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
        <p:nvSpPr>
          <p:cNvPr id="2" name="Date Placeholder 1">
            <a:extLst>
              <a:ext uri="{FF2B5EF4-FFF2-40B4-BE49-F238E27FC236}">
                <a16:creationId xmlns:a16="http://schemas.microsoft.com/office/drawing/2014/main" id="{8FAECE51-AAF5-4873-936A-5011A29138C2}"/>
              </a:ext>
            </a:extLst>
          </p:cNvPr>
          <p:cNvSpPr>
            <a:spLocks noGrp="1"/>
          </p:cNvSpPr>
          <p:nvPr>
            <p:ph type="dt" idx="10"/>
          </p:nvPr>
        </p:nvSpPr>
        <p:spPr/>
        <p:txBody>
          <a:bodyPr/>
          <a:lstStyle/>
          <a:p>
            <a:fld id="{905FF7FF-112F-4174-A589-4539CE8FC770}" type="datetime1">
              <a:rPr lang="en-US" smtClean="0"/>
              <a:t>12/6/2025</a:t>
            </a:fld>
            <a:endParaRPr lang="en-US"/>
          </a:p>
        </p:txBody>
      </p:sp>
    </p:spTree>
    <p:extLst>
      <p:ext uri="{BB962C8B-B14F-4D97-AF65-F5344CB8AC3E}">
        <p14:creationId xmlns:p14="http://schemas.microsoft.com/office/powerpoint/2010/main" val="17568793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3" name="Google Shape;21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6D9144F0-3C74-4BDA-90EF-2EB316BECA54}"/>
              </a:ext>
            </a:extLst>
          </p:cNvPr>
          <p:cNvSpPr>
            <a:spLocks noGrp="1"/>
          </p:cNvSpPr>
          <p:nvPr>
            <p:ph type="dt" idx="10"/>
          </p:nvPr>
        </p:nvSpPr>
        <p:spPr/>
        <p:txBody>
          <a:bodyPr/>
          <a:lstStyle/>
          <a:p>
            <a:fld id="{0D38D913-7160-4C25-95B0-5A2E45F72D2A}" type="datetime1">
              <a:rPr lang="en-US" smtClean="0"/>
              <a:t>12/6/2025</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3" name="Google Shape;21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6D9144F0-3C74-4BDA-90EF-2EB316BECA54}"/>
              </a:ext>
            </a:extLst>
          </p:cNvPr>
          <p:cNvSpPr>
            <a:spLocks noGrp="1"/>
          </p:cNvSpPr>
          <p:nvPr>
            <p:ph type="dt" idx="10"/>
          </p:nvPr>
        </p:nvSpPr>
        <p:spPr/>
        <p:txBody>
          <a:bodyPr/>
          <a:lstStyle/>
          <a:p>
            <a:fld id="{0D38D913-7160-4C25-95B0-5A2E45F72D2A}" type="datetime1">
              <a:rPr lang="en-US" smtClean="0"/>
              <a:t>12/6/2025</a:t>
            </a:fld>
            <a:endParaRPr lang="en-US"/>
          </a:p>
        </p:txBody>
      </p:sp>
    </p:spTree>
    <p:extLst>
      <p:ext uri="{BB962C8B-B14F-4D97-AF65-F5344CB8AC3E}">
        <p14:creationId xmlns:p14="http://schemas.microsoft.com/office/powerpoint/2010/main" val="1764049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3" name="Google Shape;21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6D9144F0-3C74-4BDA-90EF-2EB316BECA54}"/>
              </a:ext>
            </a:extLst>
          </p:cNvPr>
          <p:cNvSpPr>
            <a:spLocks noGrp="1"/>
          </p:cNvSpPr>
          <p:nvPr>
            <p:ph type="dt" idx="10"/>
          </p:nvPr>
        </p:nvSpPr>
        <p:spPr/>
        <p:txBody>
          <a:bodyPr/>
          <a:lstStyle/>
          <a:p>
            <a:fld id="{0D38D913-7160-4C25-95B0-5A2E45F72D2A}" type="datetime1">
              <a:rPr lang="en-US" smtClean="0"/>
              <a:t>12/6/2025</a:t>
            </a:fld>
            <a:endParaRPr lang="en-US"/>
          </a:p>
        </p:txBody>
      </p:sp>
    </p:spTree>
    <p:extLst>
      <p:ext uri="{BB962C8B-B14F-4D97-AF65-F5344CB8AC3E}">
        <p14:creationId xmlns:p14="http://schemas.microsoft.com/office/powerpoint/2010/main" val="17801445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3" name="Google Shape;21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6D9144F0-3C74-4BDA-90EF-2EB316BECA54}"/>
              </a:ext>
            </a:extLst>
          </p:cNvPr>
          <p:cNvSpPr>
            <a:spLocks noGrp="1"/>
          </p:cNvSpPr>
          <p:nvPr>
            <p:ph type="dt" idx="10"/>
          </p:nvPr>
        </p:nvSpPr>
        <p:spPr/>
        <p:txBody>
          <a:bodyPr/>
          <a:lstStyle/>
          <a:p>
            <a:fld id="{0D38D913-7160-4C25-95B0-5A2E45F72D2A}" type="datetime1">
              <a:rPr lang="en-US" smtClean="0"/>
              <a:t>12/6/2025</a:t>
            </a:fld>
            <a:endParaRPr lang="en-US"/>
          </a:p>
        </p:txBody>
      </p:sp>
    </p:spTree>
    <p:extLst>
      <p:ext uri="{BB962C8B-B14F-4D97-AF65-F5344CB8AC3E}">
        <p14:creationId xmlns:p14="http://schemas.microsoft.com/office/powerpoint/2010/main" val="29128808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IN" dirty="0"/>
          </a:p>
        </p:txBody>
      </p:sp>
      <p:sp>
        <p:nvSpPr>
          <p:cNvPr id="191" name="Google Shape;19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20</a:t>
            </a:fld>
            <a:endParaRPr/>
          </a:p>
        </p:txBody>
      </p:sp>
      <p:sp>
        <p:nvSpPr>
          <p:cNvPr id="2" name="Date Placeholder 1">
            <a:extLst>
              <a:ext uri="{FF2B5EF4-FFF2-40B4-BE49-F238E27FC236}">
                <a16:creationId xmlns:a16="http://schemas.microsoft.com/office/drawing/2014/main" id="{36637C90-DB0A-4028-A847-56CAC5F32114}"/>
              </a:ext>
            </a:extLst>
          </p:cNvPr>
          <p:cNvSpPr>
            <a:spLocks noGrp="1"/>
          </p:cNvSpPr>
          <p:nvPr>
            <p:ph type="dt" idx="10"/>
          </p:nvPr>
        </p:nvSpPr>
        <p:spPr/>
        <p:txBody>
          <a:bodyPr/>
          <a:lstStyle/>
          <a:p>
            <a:fld id="{37C0F27C-50A0-4B2C-ADB6-CDF63559A37A}" type="datetime1">
              <a:rPr lang="en-US" smtClean="0"/>
              <a:t>12/6/2025</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43" name="Google Shape;24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8D724A24-75EA-4466-BE19-1D741DD3DDCA}"/>
              </a:ext>
            </a:extLst>
          </p:cNvPr>
          <p:cNvSpPr>
            <a:spLocks noGrp="1"/>
          </p:cNvSpPr>
          <p:nvPr>
            <p:ph type="dt" idx="10"/>
          </p:nvPr>
        </p:nvSpPr>
        <p:spPr/>
        <p:txBody>
          <a:bodyPr/>
          <a:lstStyle/>
          <a:p>
            <a:fld id="{9B107303-0F27-4FFE-A10D-8DDEEDF7B87D}" type="datetime1">
              <a:rPr lang="en-US" smtClean="0"/>
              <a:t>12/6/2025</a:t>
            </a:fld>
            <a:endParaRPr lang="en-US"/>
          </a:p>
        </p:txBody>
      </p:sp>
    </p:spTree>
    <p:extLst>
      <p:ext uri="{BB962C8B-B14F-4D97-AF65-F5344CB8AC3E}">
        <p14:creationId xmlns:p14="http://schemas.microsoft.com/office/powerpoint/2010/main" val="5540407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43" name="Google Shape;24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8D724A24-75EA-4466-BE19-1D741DD3DDCA}"/>
              </a:ext>
            </a:extLst>
          </p:cNvPr>
          <p:cNvSpPr>
            <a:spLocks noGrp="1"/>
          </p:cNvSpPr>
          <p:nvPr>
            <p:ph type="dt" idx="10"/>
          </p:nvPr>
        </p:nvSpPr>
        <p:spPr/>
        <p:txBody>
          <a:bodyPr/>
          <a:lstStyle/>
          <a:p>
            <a:fld id="{9B107303-0F27-4FFE-A10D-8DDEEDF7B87D}" type="datetime1">
              <a:rPr lang="en-US" smtClean="0"/>
              <a:t>12/6/2025</a:t>
            </a:fld>
            <a:endParaRPr lang="en-US"/>
          </a:p>
        </p:txBody>
      </p:sp>
    </p:spTree>
    <p:extLst>
      <p:ext uri="{BB962C8B-B14F-4D97-AF65-F5344CB8AC3E}">
        <p14:creationId xmlns:p14="http://schemas.microsoft.com/office/powerpoint/2010/main" val="33286173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7866215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66818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42396166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16162539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2735708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16356510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25984142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15133873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lang="en-US"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40489190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10020111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14267637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smtClean="0"/>
          </a:p>
          <a:p>
            <a:endParaRPr lang="en-US"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19501064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lang="en-US"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12204529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lang="en-US"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2320055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17720946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1473593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32368757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lang="en-US"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11500497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6600192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4947849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702915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lang="en-US"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29791264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13155372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13822395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9174757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3CC9EA31-1726-4212-857A-0D573A1E1076}"/>
              </a:ext>
            </a:extLst>
          </p:cNvPr>
          <p:cNvSpPr>
            <a:spLocks noGrp="1"/>
          </p:cNvSpPr>
          <p:nvPr>
            <p:ph type="dt" idx="10"/>
          </p:nvPr>
        </p:nvSpPr>
        <p:spPr/>
        <p:txBody>
          <a:bodyPr/>
          <a:lstStyle/>
          <a:p>
            <a:fld id="{EB14C6CC-BB66-4DA5-AAF7-6152D6DA1BD7}" type="datetime1">
              <a:rPr lang="en-US" smtClean="0"/>
              <a:t>12/6/2025</a:t>
            </a:fld>
            <a:endParaRPr lang="en-US"/>
          </a:p>
        </p:txBody>
      </p:sp>
    </p:spTree>
    <p:extLst>
      <p:ext uri="{BB962C8B-B14F-4D97-AF65-F5344CB8AC3E}">
        <p14:creationId xmlns:p14="http://schemas.microsoft.com/office/powerpoint/2010/main" val="15901214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354793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078498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659580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635240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373921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3207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196440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3600204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668543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500038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7338649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4375247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1"/>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758007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fld id="{3E50DA7A-7BEC-4BFC-87A8-61BF64C53E15}" type="datetime1">
              <a:rPr lang="en-US" smtClean="0"/>
              <a:t>12/6/2025</a:t>
            </a:fld>
            <a:endParaRPr lang="en-US"/>
          </a:p>
        </p:txBody>
      </p:sp>
      <p:sp>
        <p:nvSpPr>
          <p:cNvPr id="5" name="Slide Number Placeholder 4"/>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269332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maaa</a:t>
            </a:r>
            <a:endParaRPr/>
          </a:p>
        </p:txBody>
      </p:sp>
      <p:sp>
        <p:nvSpPr>
          <p:cNvPr id="359" name="Google Shape;359;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72</a:t>
            </a:fld>
            <a:endParaRPr/>
          </a:p>
        </p:txBody>
      </p:sp>
      <p:sp>
        <p:nvSpPr>
          <p:cNvPr id="2" name="Date Placeholder 1">
            <a:extLst>
              <a:ext uri="{FF2B5EF4-FFF2-40B4-BE49-F238E27FC236}">
                <a16:creationId xmlns:a16="http://schemas.microsoft.com/office/drawing/2014/main" id="{AE44872C-D2E4-405C-A31E-7DF3A3EC5D88}"/>
              </a:ext>
            </a:extLst>
          </p:cNvPr>
          <p:cNvSpPr>
            <a:spLocks noGrp="1"/>
          </p:cNvSpPr>
          <p:nvPr>
            <p:ph type="dt" idx="10"/>
          </p:nvPr>
        </p:nvSpPr>
        <p:spPr/>
        <p:txBody>
          <a:bodyPr/>
          <a:lstStyle/>
          <a:p>
            <a:fld id="{E05ECD23-E7B4-437E-A373-EBE209E41FFF}" type="datetime1">
              <a:rPr lang="en-US" smtClean="0"/>
              <a:t>12/6/2025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2A860-C0A5-4E46-BDBB-8DB5599CA6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230DB98-1390-42B8-8B85-B553E0170C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D4FA640-168D-4E21-9C86-1F1AC4355021}"/>
              </a:ext>
            </a:extLst>
          </p:cNvPr>
          <p:cNvSpPr>
            <a:spLocks noGrp="1"/>
          </p:cNvSpPr>
          <p:nvPr>
            <p:ph type="dt" sz="half" idx="10"/>
          </p:nvPr>
        </p:nvSpPr>
        <p:spPr/>
        <p:txBody>
          <a:bodyPr/>
          <a:lstStyle/>
          <a:p>
            <a:fld id="{DB69F743-0A2C-44B3-A687-B835DE12ABDB}" type="datetime1">
              <a:rPr lang="en-US" smtClean="0"/>
              <a:t>12/6/2025</a:t>
            </a:fld>
            <a:endParaRPr lang="en-US"/>
          </a:p>
        </p:txBody>
      </p:sp>
      <p:sp>
        <p:nvSpPr>
          <p:cNvPr id="5" name="Footer Placeholder 4">
            <a:extLst>
              <a:ext uri="{FF2B5EF4-FFF2-40B4-BE49-F238E27FC236}">
                <a16:creationId xmlns:a16="http://schemas.microsoft.com/office/drawing/2014/main" id="{79B3B6F9-5A04-4660-940D-9DE823D6CA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37EF2E-69E2-4977-BD23-F09C4E35319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84910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28C11-D55D-42AF-B653-9DD877F3B0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512DE03-C9FB-432E-B2EC-AD8E3F35020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A22FFA-5BE2-4072-87C0-7CA175C0693C}"/>
              </a:ext>
            </a:extLst>
          </p:cNvPr>
          <p:cNvSpPr>
            <a:spLocks noGrp="1"/>
          </p:cNvSpPr>
          <p:nvPr>
            <p:ph type="dt" sz="half" idx="10"/>
          </p:nvPr>
        </p:nvSpPr>
        <p:spPr/>
        <p:txBody>
          <a:bodyPr/>
          <a:lstStyle/>
          <a:p>
            <a:fld id="{BDB32896-9F03-4D88-9FD8-55FF139CFA6C}" type="datetime1">
              <a:rPr lang="en-US" smtClean="0"/>
              <a:t>12/6/2025</a:t>
            </a:fld>
            <a:endParaRPr lang="en-US" dirty="0"/>
          </a:p>
        </p:txBody>
      </p:sp>
      <p:sp>
        <p:nvSpPr>
          <p:cNvPr id="5" name="Footer Placeholder 4">
            <a:extLst>
              <a:ext uri="{FF2B5EF4-FFF2-40B4-BE49-F238E27FC236}">
                <a16:creationId xmlns:a16="http://schemas.microsoft.com/office/drawing/2014/main" id="{1299EA09-CEDF-4DF7-BE73-A4B94A820E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75F5BD-453D-4ACA-8F86-5898C878100D}"/>
              </a:ext>
            </a:extLst>
          </p:cNvPr>
          <p:cNvSpPr>
            <a:spLocks noGrp="1"/>
          </p:cNvSpPr>
          <p:nvPr>
            <p:ph type="sldNum" sz="quarter" idx="12"/>
          </p:nvPr>
        </p:nvSpPr>
        <p:spPr/>
        <p:txBody>
          <a:body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2454561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F3BF6-351A-4801-9B94-C139171C3B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01D2E08-1497-4473-8DB7-319D94944E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43B4539-70C6-4039-906E-50B6A4DD6576}"/>
              </a:ext>
            </a:extLst>
          </p:cNvPr>
          <p:cNvSpPr>
            <a:spLocks noGrp="1"/>
          </p:cNvSpPr>
          <p:nvPr>
            <p:ph type="dt" sz="half" idx="10"/>
          </p:nvPr>
        </p:nvSpPr>
        <p:spPr/>
        <p:txBody>
          <a:bodyPr/>
          <a:lstStyle/>
          <a:p>
            <a:fld id="{D0308236-631A-4BFD-A426-D28DC063395A}" type="datetime1">
              <a:rPr lang="en-US" smtClean="0"/>
              <a:t>12/6/2025</a:t>
            </a:fld>
            <a:endParaRPr lang="en-US"/>
          </a:p>
        </p:txBody>
      </p:sp>
      <p:sp>
        <p:nvSpPr>
          <p:cNvPr id="5" name="Footer Placeholder 4">
            <a:extLst>
              <a:ext uri="{FF2B5EF4-FFF2-40B4-BE49-F238E27FC236}">
                <a16:creationId xmlns:a16="http://schemas.microsoft.com/office/drawing/2014/main" id="{C5ABB1A8-D6FA-4D4F-B8F5-AC7A247D22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0434C1-FD31-483A-9040-AD5104C32A5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55593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97024-06C1-4EBF-85E0-41EDB08B98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A4A407-FAA4-4069-B41B-16645127097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A288358-8F76-4B75-BE6E-C7C4DC55F9B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DBC116-5545-4693-A47B-05F7C407605A}"/>
              </a:ext>
            </a:extLst>
          </p:cNvPr>
          <p:cNvSpPr>
            <a:spLocks noGrp="1"/>
          </p:cNvSpPr>
          <p:nvPr>
            <p:ph type="dt" sz="half" idx="10"/>
          </p:nvPr>
        </p:nvSpPr>
        <p:spPr/>
        <p:txBody>
          <a:bodyPr/>
          <a:lstStyle/>
          <a:p>
            <a:fld id="{379F61D6-6BAA-4BB2-B902-E90BEEDF040E}" type="datetime1">
              <a:rPr lang="en-US" smtClean="0"/>
              <a:t>12/6/2025</a:t>
            </a:fld>
            <a:endParaRPr lang="en-US"/>
          </a:p>
        </p:txBody>
      </p:sp>
      <p:sp>
        <p:nvSpPr>
          <p:cNvPr id="6" name="Footer Placeholder 5">
            <a:extLst>
              <a:ext uri="{FF2B5EF4-FFF2-40B4-BE49-F238E27FC236}">
                <a16:creationId xmlns:a16="http://schemas.microsoft.com/office/drawing/2014/main" id="{5A81DB7A-26C3-423C-9283-6702CF5D55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8C6DC7-989A-4FE9-8F5F-444F046010B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45861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F6F11-86B1-4B40-8029-52FDE43BF29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438E40-FD24-4839-922F-9312D5A0E4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88D3346-251B-443C-92F6-5335E0CC282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9E3D7C-BDF2-4A8A-AD62-A03919C4F0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8BECA64-AC6F-4250-AF09-0F2541ED0DD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CC67DE5-D503-42B1-8839-CAA3455CB1F9}"/>
              </a:ext>
            </a:extLst>
          </p:cNvPr>
          <p:cNvSpPr>
            <a:spLocks noGrp="1"/>
          </p:cNvSpPr>
          <p:nvPr>
            <p:ph type="dt" sz="half" idx="10"/>
          </p:nvPr>
        </p:nvSpPr>
        <p:spPr/>
        <p:txBody>
          <a:bodyPr/>
          <a:lstStyle/>
          <a:p>
            <a:fld id="{E4C058A9-7D44-4F94-8A14-FDABC30E7276}" type="datetime1">
              <a:rPr lang="en-US" smtClean="0"/>
              <a:t>12/6/2025</a:t>
            </a:fld>
            <a:endParaRPr lang="en-US"/>
          </a:p>
        </p:txBody>
      </p:sp>
      <p:sp>
        <p:nvSpPr>
          <p:cNvPr id="8" name="Footer Placeholder 7">
            <a:extLst>
              <a:ext uri="{FF2B5EF4-FFF2-40B4-BE49-F238E27FC236}">
                <a16:creationId xmlns:a16="http://schemas.microsoft.com/office/drawing/2014/main" id="{16C825D6-0376-4CC3-96D7-5485114D46F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E90E29B-1476-4544-9553-97E68C00362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03882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EEA0E-23A7-44FD-B890-5FEA3A1E2A5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36FF04E-B1CD-4C49-89FA-AC9E54EC779F}"/>
              </a:ext>
            </a:extLst>
          </p:cNvPr>
          <p:cNvSpPr>
            <a:spLocks noGrp="1"/>
          </p:cNvSpPr>
          <p:nvPr>
            <p:ph type="dt" sz="half" idx="10"/>
          </p:nvPr>
        </p:nvSpPr>
        <p:spPr/>
        <p:txBody>
          <a:bodyPr/>
          <a:lstStyle/>
          <a:p>
            <a:fld id="{6C79D7D4-0005-4A91-B5EE-D918C0A2ADA1}" type="datetime1">
              <a:rPr lang="en-US" smtClean="0"/>
              <a:t>12/6/2025</a:t>
            </a:fld>
            <a:endParaRPr lang="en-US"/>
          </a:p>
        </p:txBody>
      </p:sp>
      <p:sp>
        <p:nvSpPr>
          <p:cNvPr id="4" name="Footer Placeholder 3">
            <a:extLst>
              <a:ext uri="{FF2B5EF4-FFF2-40B4-BE49-F238E27FC236}">
                <a16:creationId xmlns:a16="http://schemas.microsoft.com/office/drawing/2014/main" id="{2FD9ABB7-90F4-4105-A6D0-B8F00D30CD4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8A197E-FD5B-41A0-814C-022DF864EA2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67683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F8A3D7-28A0-4672-B78D-64A1E3BC988F}"/>
              </a:ext>
            </a:extLst>
          </p:cNvPr>
          <p:cNvSpPr>
            <a:spLocks noGrp="1"/>
          </p:cNvSpPr>
          <p:nvPr>
            <p:ph type="dt" sz="half" idx="10"/>
          </p:nvPr>
        </p:nvSpPr>
        <p:spPr/>
        <p:txBody>
          <a:bodyPr/>
          <a:lstStyle/>
          <a:p>
            <a:fld id="{3DC78F85-6049-4130-81EA-1568522DBD6D}" type="datetime1">
              <a:rPr lang="en-US" smtClean="0"/>
              <a:t>12/6/2025</a:t>
            </a:fld>
            <a:endParaRPr lang="en-US"/>
          </a:p>
        </p:txBody>
      </p:sp>
      <p:sp>
        <p:nvSpPr>
          <p:cNvPr id="3" name="Footer Placeholder 2">
            <a:extLst>
              <a:ext uri="{FF2B5EF4-FFF2-40B4-BE49-F238E27FC236}">
                <a16:creationId xmlns:a16="http://schemas.microsoft.com/office/drawing/2014/main" id="{9330117A-DE9B-4CC6-A839-FF99CA383F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2C6AFC1-7DDD-4F8E-ACDF-D899BB1389F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72757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FE47A-BC21-4BC0-B4F9-14E405E514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7985C6B-B84D-4324-AA63-734DF64069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4A12F7-A3EB-4941-A719-65D494C1AB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73D9756-CCB2-4DB1-80AE-E28A98327999}"/>
              </a:ext>
            </a:extLst>
          </p:cNvPr>
          <p:cNvSpPr>
            <a:spLocks noGrp="1"/>
          </p:cNvSpPr>
          <p:nvPr>
            <p:ph type="dt" sz="half" idx="10"/>
          </p:nvPr>
        </p:nvSpPr>
        <p:spPr/>
        <p:txBody>
          <a:bodyPr/>
          <a:lstStyle/>
          <a:p>
            <a:fld id="{BC46B3E6-E474-4634-9DD4-26C1C6A767D6}" type="datetime1">
              <a:rPr lang="en-US" smtClean="0"/>
              <a:t>12/6/2025</a:t>
            </a:fld>
            <a:endParaRPr lang="en-US"/>
          </a:p>
        </p:txBody>
      </p:sp>
      <p:sp>
        <p:nvSpPr>
          <p:cNvPr id="6" name="Footer Placeholder 5">
            <a:extLst>
              <a:ext uri="{FF2B5EF4-FFF2-40B4-BE49-F238E27FC236}">
                <a16:creationId xmlns:a16="http://schemas.microsoft.com/office/drawing/2014/main" id="{20FD7FD7-F744-4719-AA96-7505266ACA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D3AD92-8187-415F-A975-F6A9FAAFD67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01048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A47B9-4008-4CE0-90A7-8AE91F3F1E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DB9848-9BAE-4973-BCCA-40FF291B8C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2E1C09-85FD-4F5D-AB7D-7020D47BE5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1D0FC89-C84A-4D08-B072-526B0D46877A}"/>
              </a:ext>
            </a:extLst>
          </p:cNvPr>
          <p:cNvSpPr>
            <a:spLocks noGrp="1"/>
          </p:cNvSpPr>
          <p:nvPr>
            <p:ph type="dt" sz="half" idx="10"/>
          </p:nvPr>
        </p:nvSpPr>
        <p:spPr/>
        <p:txBody>
          <a:bodyPr/>
          <a:lstStyle/>
          <a:p>
            <a:fld id="{E999448A-B79D-436D-AB5A-D8B1355EE368}" type="datetime1">
              <a:rPr lang="en-US" smtClean="0"/>
              <a:t>12/6/2025</a:t>
            </a:fld>
            <a:endParaRPr lang="en-US"/>
          </a:p>
        </p:txBody>
      </p:sp>
      <p:sp>
        <p:nvSpPr>
          <p:cNvPr id="6" name="Footer Placeholder 5">
            <a:extLst>
              <a:ext uri="{FF2B5EF4-FFF2-40B4-BE49-F238E27FC236}">
                <a16:creationId xmlns:a16="http://schemas.microsoft.com/office/drawing/2014/main" id="{CCF43FF8-15DF-447F-8E1D-230947D337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030573-F0C1-4025-9706-58DF3DDAC2E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27706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8013C-E62C-46D9-B055-591EE7C731E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C85466-D4DE-4382-A3C4-0114101BD80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41566A-7211-42EF-8571-4230EA1FD300}"/>
              </a:ext>
            </a:extLst>
          </p:cNvPr>
          <p:cNvSpPr>
            <a:spLocks noGrp="1"/>
          </p:cNvSpPr>
          <p:nvPr>
            <p:ph type="dt" sz="half" idx="10"/>
          </p:nvPr>
        </p:nvSpPr>
        <p:spPr/>
        <p:txBody>
          <a:bodyPr/>
          <a:lstStyle/>
          <a:p>
            <a:fld id="{6EF5C98A-A720-4025-8734-FF92A4C5B072}" type="datetime1">
              <a:rPr lang="en-US" smtClean="0"/>
              <a:t>12/6/2025</a:t>
            </a:fld>
            <a:endParaRPr lang="en-US"/>
          </a:p>
        </p:txBody>
      </p:sp>
      <p:sp>
        <p:nvSpPr>
          <p:cNvPr id="5" name="Footer Placeholder 4">
            <a:extLst>
              <a:ext uri="{FF2B5EF4-FFF2-40B4-BE49-F238E27FC236}">
                <a16:creationId xmlns:a16="http://schemas.microsoft.com/office/drawing/2014/main" id="{9B3BC5BD-0658-4057-860A-6A240D0CEA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FD27A8-26C3-47F4-9F04-4C53BAA9B29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64085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31FDBE-6788-46A8-8E04-2A9AC045EE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6D060C-2C6B-4CA1-9300-FFB9B4984B3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B92C5-EA38-412D-B923-7D5AE9815C03}"/>
              </a:ext>
            </a:extLst>
          </p:cNvPr>
          <p:cNvSpPr>
            <a:spLocks noGrp="1"/>
          </p:cNvSpPr>
          <p:nvPr>
            <p:ph type="dt" sz="half" idx="10"/>
          </p:nvPr>
        </p:nvSpPr>
        <p:spPr/>
        <p:txBody>
          <a:bodyPr/>
          <a:lstStyle/>
          <a:p>
            <a:fld id="{51F8334C-AF05-4915-BAFE-0DF24A394F27}" type="datetime1">
              <a:rPr lang="en-US" smtClean="0"/>
              <a:t>12/6/2025</a:t>
            </a:fld>
            <a:endParaRPr lang="en-US"/>
          </a:p>
        </p:txBody>
      </p:sp>
      <p:sp>
        <p:nvSpPr>
          <p:cNvPr id="5" name="Footer Placeholder 4">
            <a:extLst>
              <a:ext uri="{FF2B5EF4-FFF2-40B4-BE49-F238E27FC236}">
                <a16:creationId xmlns:a16="http://schemas.microsoft.com/office/drawing/2014/main" id="{50329326-7268-413A-B097-821E7B7B4F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7C50B0-D783-460D-8D31-651F3E2BA98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67437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E169F80-4B88-471D-9A70-49F57EA28B26}" type="datetime1">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25965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41DD1E-8F39-42F1-8C36-EEF58A197A88}" type="datetime1">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pPr/>
              <a:t>‹#›</a:t>
            </a:fld>
            <a:endParaRPr lang="en-US" dirty="0"/>
          </a:p>
        </p:txBody>
      </p:sp>
    </p:spTree>
    <p:extLst>
      <p:ext uri="{BB962C8B-B14F-4D97-AF65-F5344CB8AC3E}">
        <p14:creationId xmlns:p14="http://schemas.microsoft.com/office/powerpoint/2010/main" val="10587723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311D4A-861E-44F0-A0D8-756D097569CD}" type="datetime1">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39787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787CD4-7302-4A81-89CB-5EF52758BF17}" type="datetime1">
              <a:rPr lang="en-US" smtClean="0"/>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pPr/>
              <a:t>‹#›</a:t>
            </a:fld>
            <a:endParaRPr lang="en-US" dirty="0"/>
          </a:p>
        </p:txBody>
      </p:sp>
    </p:spTree>
    <p:extLst>
      <p:ext uri="{BB962C8B-B14F-4D97-AF65-F5344CB8AC3E}">
        <p14:creationId xmlns:p14="http://schemas.microsoft.com/office/powerpoint/2010/main" val="21298558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9FDBA0-8CC3-4158-94E8-0F41A0CA4AFB}" type="datetime1">
              <a:rPr lang="en-US" smtClean="0"/>
              <a:t>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394260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F6DA81-AF14-46EC-9801-47869A597E48}" type="datetime1">
              <a:rPr lang="en-US" smtClean="0"/>
              <a:t>12/6/2025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679712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9322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008727-4466-4C69-B760-54C7759B2835}" type="datetime1">
              <a:rPr lang="en-US" smtClean="0"/>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pPr/>
              <a:t>‹#›</a:t>
            </a:fld>
            <a:endParaRPr lang="en-US" dirty="0"/>
          </a:p>
        </p:txBody>
      </p:sp>
    </p:spTree>
    <p:extLst>
      <p:ext uri="{BB962C8B-B14F-4D97-AF65-F5344CB8AC3E}">
        <p14:creationId xmlns:p14="http://schemas.microsoft.com/office/powerpoint/2010/main" val="3205401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488720E0-A3E8-4F10-82EB-4A4DDBFD2654}" type="datetime1">
              <a:rPr lang="en-US" smtClean="0"/>
              <a:t>12/6/2025</a:t>
            </a:fld>
            <a:endParaRPr lang="en-US" dirty="0"/>
          </a:p>
        </p:txBody>
      </p:sp>
    </p:spTree>
    <p:extLst>
      <p:ext uri="{BB962C8B-B14F-4D97-AF65-F5344CB8AC3E}">
        <p14:creationId xmlns:p14="http://schemas.microsoft.com/office/powerpoint/2010/main" val="313979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12B53F-20DB-4C4A-98C9-E2C1E102E65C}" type="datetime1">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368813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C3D3D5-1AC4-4B59-91FC-F30FC31D52D3}" type="datetime1">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47359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FE86B8-7A4A-4E8B-B714-602AE2E7119E}" type="datetime1">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648649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D81EF3-389A-47E9-85EE-56D0078F84E2}" type="datetime1">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24163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2C3460-E76D-4A6B-BD0A-E527CFAACA37}" type="datetime1">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377929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82E741-71B8-46F9-BB90-86AFFE44757F}" type="datetime1">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pPr/>
              <a:t>‹#›</a:t>
            </a:fld>
            <a:endParaRPr lang="en-US" dirty="0"/>
          </a:p>
        </p:txBody>
      </p:sp>
    </p:spTree>
    <p:extLst>
      <p:ext uri="{BB962C8B-B14F-4D97-AF65-F5344CB8AC3E}">
        <p14:creationId xmlns:p14="http://schemas.microsoft.com/office/powerpoint/2010/main" val="15623862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3A6A53-44AE-48EE-9ED5-80C84A171D2D}" type="datetime1">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401082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2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rtlCol="0" anchor="b">
            <a:noAutofit/>
          </a:bodyPr>
          <a:lstStyle>
            <a:lvl1pPr>
              <a:defRPr sz="4800" b="1">
                <a:latin typeface="+mj-lt"/>
              </a:defRPr>
            </a:lvl1pPr>
          </a:lstStyle>
          <a:p>
            <a:pPr rtl="0"/>
            <a:r>
              <a:rPr lang="en-GB" noProof="0"/>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67493" y="2528203"/>
            <a:ext cx="4663440"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GB" noProof="0">
                <a:latin typeface="+mn-lt"/>
              </a:endParaRPr>
            </a:p>
          </p:txBody>
        </p:sp>
      </p:gr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pPr rtl="0"/>
            <a:fld id="{8C219476-608B-4FF0-9487-69F9324B108C}" type="datetime1">
              <a:rPr lang="en-US" noProof="0" smtClean="0"/>
              <a:t>12/6/2025</a:t>
            </a:fld>
            <a:endParaRPr lang="en-GB" noProof="0"/>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pPr rtl="0"/>
            <a:endParaRPr lang="en-GB" noProof="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pPr rtl="0"/>
            <a:fld id="{294A09A9-5501-47C1-A89A-A340965A2BE2}" type="slidenum">
              <a:rPr lang="en-GB" noProof="0" smtClean="0"/>
              <a:pPr/>
              <a:t>‹#›</a:t>
            </a:fld>
            <a:endParaRPr lang="en-GB" noProof="0"/>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p:nvPr>
        </p:nvSpPr>
        <p:spPr>
          <a:xfrm>
            <a:off x="6283235" y="2528203"/>
            <a:ext cx="4663440" cy="2828613"/>
          </a:xfrm>
        </p:spPr>
        <p:txBody>
          <a:bodyPr rtlCol="0">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4" name="Content Placeholder 2">
            <a:extLst>
              <a:ext uri="{FF2B5EF4-FFF2-40B4-BE49-F238E27FC236}">
                <a16:creationId xmlns:a16="http://schemas.microsoft.com/office/drawing/2014/main" id="{0B33DABA-7BF5-1147-BA5E-63B92F220E51}"/>
              </a:ext>
            </a:extLst>
          </p:cNvPr>
          <p:cNvSpPr>
            <a:spLocks noGrp="1"/>
          </p:cNvSpPr>
          <p:nvPr>
            <p:ph idx="11"/>
          </p:nvPr>
        </p:nvSpPr>
        <p:spPr>
          <a:xfrm>
            <a:off x="1167493" y="2005689"/>
            <a:ext cx="4663440"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15" name="Content Placeholder 2">
            <a:extLst>
              <a:ext uri="{FF2B5EF4-FFF2-40B4-BE49-F238E27FC236}">
                <a16:creationId xmlns:a16="http://schemas.microsoft.com/office/drawing/2014/main" id="{1B05BEE9-8BC0-EC44-B913-DB6426DF2EA7}"/>
              </a:ext>
            </a:extLst>
          </p:cNvPr>
          <p:cNvSpPr>
            <a:spLocks noGrp="1"/>
          </p:cNvSpPr>
          <p:nvPr>
            <p:ph idx="12"/>
          </p:nvPr>
        </p:nvSpPr>
        <p:spPr>
          <a:xfrm>
            <a:off x="6283235" y="2005689"/>
            <a:ext cx="4663440" cy="522514"/>
          </a:xfrm>
        </p:spPr>
        <p:txBody>
          <a:bodyPr rtlCol="0">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2257587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32CDC0-C0D4-423A-AA2D-61EB94B82E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75D4B5-F28E-4D0C-A896-E08C5FB51D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6BC59C-4368-430A-9EB7-4A2621AC87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1BFAFA-EE0F-43FB-AC30-53B737E27C98}" type="datetime1">
              <a:rPr lang="en-US" smtClean="0"/>
              <a:t>12/6/2025</a:t>
            </a:fld>
            <a:endParaRPr lang="en-US"/>
          </a:p>
        </p:txBody>
      </p:sp>
      <p:sp>
        <p:nvSpPr>
          <p:cNvPr id="5" name="Footer Placeholder 4">
            <a:extLst>
              <a:ext uri="{FF2B5EF4-FFF2-40B4-BE49-F238E27FC236}">
                <a16:creationId xmlns:a16="http://schemas.microsoft.com/office/drawing/2014/main" id="{534DE792-EE83-4307-8517-00C7DB6C91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8860B42-FD0C-4587-BB93-4015C0AAD5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0076433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A65DC3B-9AE7-4D05-9EC5-717CE2EA6E2C}" type="datetime1">
              <a:rPr lang="en-US" smtClean="0"/>
              <a:t>12/6/2025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00316540"/>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hf hdr="0" ft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24slides.com/?utm_campaign=mp&amp;utm_medium=ppt&amp;utm_source=pptlink&amp;utm_content=&amp;utm_term=" TargetMode="External"/><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hyperlink" Target="https://github.com/jalajpachouly/software-change-type-prediction/blob/main/dataset.csv" TargetMode="External"/><Relationship Id="rId5" Type="http://schemas.openxmlformats.org/officeDocument/2006/relationships/hyperlink" Target="https://github.com/jalajpachouly/multilable-prediction/blob/main/dataset.csv" TargetMode="Externa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57.png"/><Relationship Id="rId7" Type="http://schemas.openxmlformats.org/officeDocument/2006/relationships/diagramQuickStyle" Target="../diagrams/quickStyle1.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58.png"/><Relationship Id="rId9" Type="http://schemas.microsoft.com/office/2007/relationships/diagramDrawing" Target="../diagrams/drawing1.xml"/></Relationships>
</file>

<file path=ppt/slides/_rels/slide3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4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5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5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89.png"/></Relationships>
</file>

<file path=ppt/slides/_rels/slide6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6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www.it-cisq.org/wp-content/uploads/sites/6/2022/11/CPSQ-Report-Nov-22-2.pdf"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92" name="Google Shape;92;p1"/>
          <p:cNvSpPr txBox="1"/>
          <p:nvPr/>
        </p:nvSpPr>
        <p:spPr>
          <a:xfrm>
            <a:off x="736341" y="230893"/>
            <a:ext cx="10515600" cy="4639701"/>
          </a:xfrm>
          <a:prstGeom prst="rect">
            <a:avLst/>
          </a:prstGeom>
          <a:noFill/>
          <a:ln>
            <a:noFill/>
          </a:ln>
        </p:spPr>
        <p:txBody>
          <a:bodyPr spcFirstLastPara="1" wrap="square" lIns="91425" tIns="45700" rIns="91425" bIns="45700" anchor="ctr" anchorCtr="0">
            <a:normAutofit fontScale="92500" lnSpcReduction="10000"/>
          </a:bodyPr>
          <a:lstStyle/>
          <a:p>
            <a:pPr lvl="0" algn="ctr">
              <a:lnSpc>
                <a:spcPct val="80000"/>
              </a:lnSpc>
              <a:buClr>
                <a:srgbClr val="002060"/>
              </a:buClr>
              <a:buSzPct val="100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pPr>
            <a:r>
              <a:rPr lang="en-US" sz="3200" b="1" dirty="0">
                <a:latin typeface="Times New Roman" panose="02020603050405020304" pitchFamily="18" charset="0"/>
                <a:ea typeface="Palatino Linotype"/>
                <a:cs typeface="Times New Roman" panose="02020603050405020304" pitchFamily="18" charset="0"/>
                <a:sym typeface="Palatino Linotype"/>
              </a:rPr>
              <a:t>Presentation </a:t>
            </a:r>
          </a:p>
          <a:p>
            <a:pPr lvl="0" algn="ctr">
              <a:lnSpc>
                <a:spcPct val="80000"/>
              </a:lnSpc>
              <a:buClr>
                <a:srgbClr val="002060"/>
              </a:buClr>
              <a:buSzPct val="100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pPr>
            <a:endParaRPr lang="en-US" sz="3200" b="1" dirty="0">
              <a:latin typeface="Times New Roman" panose="02020603050405020304" pitchFamily="18" charset="0"/>
              <a:ea typeface="Palatino Linotype"/>
              <a:cs typeface="Times New Roman" panose="02020603050405020304" pitchFamily="18" charset="0"/>
              <a:sym typeface="Palatino Linotype"/>
            </a:endParaRPr>
          </a:p>
          <a:p>
            <a:pPr lvl="0" algn="ctr">
              <a:lnSpc>
                <a:spcPct val="80000"/>
              </a:lnSpc>
              <a:buClr>
                <a:srgbClr val="002060"/>
              </a:buClr>
              <a:buSzPct val="1000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pPr>
            <a:r>
              <a:rPr lang="en-US" sz="3200" b="1" dirty="0">
                <a:latin typeface="Times New Roman" panose="02020603050405020304" pitchFamily="18" charset="0"/>
                <a:ea typeface="Palatino Linotype"/>
                <a:cs typeface="Times New Roman" panose="02020603050405020304" pitchFamily="18" charset="0"/>
                <a:sym typeface="Palatino Linotype"/>
              </a:rPr>
              <a:t>on</a:t>
            </a:r>
          </a:p>
          <a:p>
            <a:pPr algn="ctr">
              <a:lnSpc>
                <a:spcPct val="170000"/>
              </a:lnSpc>
              <a:buClr>
                <a:srgbClr val="012060"/>
              </a:buClr>
              <a:buSzPts val="1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pPr>
            <a:r>
              <a:rPr lang="en-US" altLang="en-US" sz="2800" b="1" dirty="0">
                <a:solidFill>
                  <a:srgbClr val="012060"/>
                </a:solidFill>
                <a:latin typeface="Times New Roman" panose="02020603050405020304" pitchFamily="18" charset="0"/>
                <a:ea typeface="Palatino Linotype"/>
                <a:cs typeface="Times New Roman" panose="02020603050405020304" pitchFamily="18" charset="0"/>
              </a:rPr>
              <a:t>Artificial Intelligence based Defect and Code Changes Prediction for Reliable Software Delivery</a:t>
            </a:r>
            <a:endParaRPr lang="en-IN" altLang="en-US" sz="2800" b="1" dirty="0">
              <a:solidFill>
                <a:srgbClr val="012060"/>
              </a:solidFill>
              <a:latin typeface="Times New Roman" panose="02020603050405020304" pitchFamily="18" charset="0"/>
              <a:ea typeface="Palatino Linotype"/>
              <a:cs typeface="Times New Roman" panose="02020603050405020304" pitchFamily="18" charset="0"/>
            </a:endParaRPr>
          </a:p>
          <a:p>
            <a:pPr lvl="0" algn="ctr">
              <a:lnSpc>
                <a:spcPct val="90000"/>
              </a:lnSpc>
              <a:buClr>
                <a:srgbClr val="002060"/>
              </a:buClr>
              <a:buSzPct val="100000"/>
            </a:pPr>
            <a:r>
              <a:rPr lang="en-US" sz="2800" b="0" i="0" u="none" strike="noStrike" cap="none" dirty="0">
                <a:solidFill>
                  <a:schemeClr val="accent1"/>
                </a:solidFill>
                <a:latin typeface="Times New Roman" panose="02020603050405020304" pitchFamily="18" charset="0"/>
                <a:ea typeface="Palatino Linotype"/>
                <a:cs typeface="Times New Roman" panose="02020603050405020304" pitchFamily="18" charset="0"/>
                <a:sym typeface="Palatino Linotype"/>
              </a:rPr>
              <a:t/>
            </a:r>
            <a:br>
              <a:rPr lang="en-US" sz="2800" b="0" i="0" u="none" strike="noStrike" cap="none" dirty="0">
                <a:solidFill>
                  <a:schemeClr val="accent1"/>
                </a:solidFill>
                <a:latin typeface="Times New Roman" panose="02020603050405020304" pitchFamily="18" charset="0"/>
                <a:ea typeface="Palatino Linotype"/>
                <a:cs typeface="Times New Roman" panose="02020603050405020304" pitchFamily="18" charset="0"/>
                <a:sym typeface="Palatino Linotype"/>
              </a:rPr>
            </a:br>
            <a:r>
              <a:rPr lang="en-US" sz="2800" b="0" i="0" u="none" strike="noStrike" cap="none" dirty="0">
                <a:latin typeface="Times New Roman" panose="02020603050405020304" pitchFamily="18" charset="0"/>
                <a:ea typeface="Palatino Linotype"/>
                <a:cs typeface="Times New Roman" panose="02020603050405020304" pitchFamily="18" charset="0"/>
                <a:sym typeface="Palatino Linotype"/>
              </a:rPr>
              <a:t/>
            </a:r>
            <a:br>
              <a:rPr lang="en-US" sz="2800" b="0" i="0" u="none" strike="noStrike" cap="none" dirty="0">
                <a:latin typeface="Times New Roman" panose="02020603050405020304" pitchFamily="18" charset="0"/>
                <a:ea typeface="Palatino Linotype"/>
                <a:cs typeface="Times New Roman" panose="02020603050405020304" pitchFamily="18" charset="0"/>
                <a:sym typeface="Palatino Linotype"/>
              </a:rPr>
            </a:br>
            <a:r>
              <a:rPr lang="en-US" sz="1900" b="0" i="0" u="none" strike="noStrike" cap="none" dirty="0">
                <a:latin typeface="Times New Roman" panose="02020603050405020304" pitchFamily="18" charset="0"/>
                <a:ea typeface="Palatino Linotype"/>
                <a:cs typeface="Times New Roman" panose="02020603050405020304" pitchFamily="18" charset="0"/>
                <a:sym typeface="Palatino Linotype"/>
              </a:rPr>
              <a:t>Jalaj Pachouly</a:t>
            </a:r>
            <a:endParaRPr lang="en-US" sz="1900" dirty="0">
              <a:latin typeface="Times New Roman" panose="02020603050405020304" pitchFamily="18" charset="0"/>
              <a:cs typeface="Times New Roman" panose="02020603050405020304" pitchFamily="18" charset="0"/>
              <a:sym typeface="Palatino Linotype"/>
            </a:endParaRPr>
          </a:p>
          <a:p>
            <a:pPr marL="0" marR="0" lvl="0" indent="0" algn="ctr" rtl="0">
              <a:lnSpc>
                <a:spcPct val="90000"/>
              </a:lnSpc>
              <a:spcBef>
                <a:spcPts val="0"/>
              </a:spcBef>
              <a:spcAft>
                <a:spcPts val="0"/>
              </a:spcAft>
              <a:buClr>
                <a:srgbClr val="002060"/>
              </a:buClr>
              <a:buSzPct val="100000"/>
              <a:buFont typeface="Palatino Linotype"/>
              <a:buNone/>
            </a:pPr>
            <a:endParaRPr lang="en-US" sz="1900" dirty="0">
              <a:latin typeface="Times New Roman" panose="02020603050405020304" pitchFamily="18" charset="0"/>
              <a:cs typeface="Times New Roman" panose="02020603050405020304" pitchFamily="18" charset="0"/>
              <a:sym typeface="Palatino Linotype"/>
            </a:endParaRPr>
          </a:p>
          <a:p>
            <a:pPr lvl="0" algn="ctr">
              <a:lnSpc>
                <a:spcPct val="90000"/>
              </a:lnSpc>
              <a:buClr>
                <a:srgbClr val="002060"/>
              </a:buClr>
              <a:buSzPct val="100000"/>
            </a:pPr>
            <a:r>
              <a:rPr lang="en-IN" altLang="en-US" sz="1900" dirty="0">
                <a:latin typeface="Times New Roman" panose="02020603050405020304" pitchFamily="18" charset="0"/>
                <a:cs typeface="Times New Roman" panose="02020603050405020304" pitchFamily="18" charset="0"/>
              </a:rPr>
              <a:t>PRN:</a:t>
            </a:r>
            <a:r>
              <a:rPr lang="en-IN" sz="2000" b="1" dirty="0"/>
              <a:t> </a:t>
            </a:r>
            <a:r>
              <a:rPr lang="en-IN" sz="2000" dirty="0"/>
              <a:t>19079001029</a:t>
            </a:r>
            <a:endParaRPr lang="en-IN" altLang="en-US" sz="1900" dirty="0">
              <a:latin typeface="Times New Roman" panose="02020603050405020304" pitchFamily="18" charset="0"/>
              <a:cs typeface="Times New Roman" panose="02020603050405020304" pitchFamily="18" charset="0"/>
            </a:endParaRPr>
          </a:p>
          <a:p>
            <a:pPr marL="0" marR="0" lvl="0" indent="0" algn="ctr" rtl="0">
              <a:lnSpc>
                <a:spcPct val="90000"/>
              </a:lnSpc>
              <a:spcBef>
                <a:spcPts val="0"/>
              </a:spcBef>
              <a:spcAft>
                <a:spcPts val="0"/>
              </a:spcAft>
              <a:buClr>
                <a:srgbClr val="002060"/>
              </a:buClr>
              <a:buSzPct val="100000"/>
              <a:buFont typeface="Palatino Linotype"/>
              <a:buNone/>
            </a:pPr>
            <a:endParaRPr dirty="0">
              <a:latin typeface="Times New Roman" panose="02020603050405020304" pitchFamily="18" charset="0"/>
              <a:cs typeface="Times New Roman" panose="02020603050405020304" pitchFamily="18" charset="0"/>
            </a:endParaRPr>
          </a:p>
          <a:p>
            <a:pPr marL="0" marR="0" lvl="0" indent="0" algn="ctr" rtl="0">
              <a:lnSpc>
                <a:spcPct val="90000"/>
              </a:lnSpc>
              <a:spcBef>
                <a:spcPts val="0"/>
              </a:spcBef>
              <a:spcAft>
                <a:spcPts val="0"/>
              </a:spcAft>
              <a:buClr>
                <a:srgbClr val="002060"/>
              </a:buClr>
              <a:buSzPct val="100000"/>
              <a:buFont typeface="Palatino Linotype"/>
              <a:buNone/>
            </a:pPr>
            <a:r>
              <a:rPr lang="en-US" sz="2800" b="0" i="0" u="none" strike="noStrike" cap="none" dirty="0">
                <a:latin typeface="Times New Roman" panose="02020603050405020304" pitchFamily="18" charset="0"/>
                <a:ea typeface="Times New Roman"/>
                <a:cs typeface="Times New Roman" panose="02020603050405020304" pitchFamily="18" charset="0"/>
                <a:sym typeface="Times New Roman"/>
              </a:rPr>
              <a:t/>
            </a:r>
            <a:br>
              <a:rPr lang="en-US" sz="2800" b="0" i="0" u="none" strike="noStrike" cap="none" dirty="0">
                <a:latin typeface="Times New Roman" panose="02020603050405020304" pitchFamily="18" charset="0"/>
                <a:ea typeface="Times New Roman"/>
                <a:cs typeface="Times New Roman" panose="02020603050405020304" pitchFamily="18" charset="0"/>
                <a:sym typeface="Times New Roman"/>
              </a:rPr>
            </a:br>
            <a:r>
              <a:rPr lang="en-US" sz="2800" b="0" i="0" u="none" strike="noStrike" cap="none" dirty="0">
                <a:latin typeface="Times New Roman" panose="02020603050405020304" pitchFamily="18" charset="0"/>
                <a:ea typeface="Times New Roman"/>
                <a:cs typeface="Times New Roman" panose="02020603050405020304" pitchFamily="18" charset="0"/>
                <a:sym typeface="Times New Roman"/>
              </a:rPr>
              <a:t> </a:t>
            </a:r>
            <a:r>
              <a:rPr lang="en-US" sz="1900" b="0" i="0" u="none" strike="noStrike" cap="none" dirty="0">
                <a:latin typeface="Times New Roman" panose="02020603050405020304" pitchFamily="18" charset="0"/>
                <a:ea typeface="Times New Roman"/>
                <a:cs typeface="Times New Roman" panose="02020603050405020304" pitchFamily="18" charset="0"/>
                <a:sym typeface="Times New Roman"/>
              </a:rPr>
              <a:t>Research Supervisor:  Dr. Swati </a:t>
            </a:r>
            <a:r>
              <a:rPr lang="en-US" sz="1900" b="0" i="0" u="none" strike="noStrike" cap="none" dirty="0" err="1">
                <a:latin typeface="Times New Roman" panose="02020603050405020304" pitchFamily="18" charset="0"/>
                <a:ea typeface="Times New Roman"/>
                <a:cs typeface="Times New Roman" panose="02020603050405020304" pitchFamily="18" charset="0"/>
                <a:sym typeface="Times New Roman"/>
              </a:rPr>
              <a:t>Ahirrao</a:t>
            </a:r>
            <a:r>
              <a:rPr lang="en-US" sz="1900" dirty="0">
                <a:latin typeface="Times New Roman" panose="02020603050405020304" pitchFamily="18" charset="0"/>
                <a:ea typeface="Times New Roman"/>
                <a:cs typeface="Times New Roman" panose="02020603050405020304" pitchFamily="18" charset="0"/>
                <a:sym typeface="Times New Roman"/>
              </a:rPr>
              <a:t> </a:t>
            </a:r>
          </a:p>
          <a:p>
            <a:pPr marL="0" marR="0" lvl="0" indent="0" algn="ctr" rtl="0">
              <a:lnSpc>
                <a:spcPct val="90000"/>
              </a:lnSpc>
              <a:spcBef>
                <a:spcPts val="0"/>
              </a:spcBef>
              <a:spcAft>
                <a:spcPts val="0"/>
              </a:spcAft>
              <a:buClr>
                <a:srgbClr val="002060"/>
              </a:buClr>
              <a:buSzPct val="100000"/>
              <a:buFont typeface="Palatino Linotype"/>
              <a:buNone/>
            </a:pPr>
            <a:endParaRPr lang="en-US" sz="1900" dirty="0">
              <a:latin typeface="Times New Roman" panose="02020603050405020304" pitchFamily="18" charset="0"/>
              <a:ea typeface="Times New Roman"/>
              <a:cs typeface="Times New Roman" panose="02020603050405020304" pitchFamily="18" charset="0"/>
              <a:sym typeface="Times New Roman"/>
            </a:endParaRPr>
          </a:p>
        </p:txBody>
      </p:sp>
      <p:sp>
        <p:nvSpPr>
          <p:cNvPr id="94" name="Google Shape;94;p1"/>
          <p:cNvSpPr txBox="1"/>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200" b="0" i="0" u="none" strike="noStrike" cap="none">
              <a:solidFill>
                <a:srgbClr val="888888"/>
              </a:solidFill>
              <a:latin typeface="Times New Roman" panose="02020603050405020304" pitchFamily="18" charset="0"/>
              <a:ea typeface="Quattrocento Sans"/>
              <a:cs typeface="Times New Roman" panose="02020603050405020304" pitchFamily="18" charset="0"/>
              <a:sym typeface="Quattrocento Sans"/>
            </a:endParaRPr>
          </a:p>
        </p:txBody>
      </p:sp>
      <p:sp>
        <p:nvSpPr>
          <p:cNvPr id="95" name="Google Shape;95;p1"/>
          <p:cNvSpPr txBox="1"/>
          <p:nvPr/>
        </p:nvSpPr>
        <p:spPr>
          <a:xfrm>
            <a:off x="8905690" y="6356350"/>
            <a:ext cx="2681064"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200" b="0" i="0" u="none" strike="noStrike" cap="none">
              <a:solidFill>
                <a:schemeClr val="bg1">
                  <a:lumMod val="50000"/>
                </a:schemeClr>
              </a:solidFill>
              <a:latin typeface="Times New Roman" panose="02020603050405020304" pitchFamily="18" charset="0"/>
              <a:ea typeface="Quattrocento Sans"/>
              <a:cs typeface="Times New Roman" panose="02020603050405020304" pitchFamily="18" charset="0"/>
              <a:sym typeface="Quattrocento Sans"/>
            </a:endParaRPr>
          </a:p>
        </p:txBody>
      </p:sp>
      <p:sp>
        <p:nvSpPr>
          <p:cNvPr id="11" name="Text Box 5">
            <a:extLst>
              <a:ext uri="{FF2B5EF4-FFF2-40B4-BE49-F238E27FC236}">
                <a16:creationId xmlns:a16="http://schemas.microsoft.com/office/drawing/2014/main" id="{DAC54480-8B4F-4E7E-B5D1-70BC79CD1345}"/>
              </a:ext>
            </a:extLst>
          </p:cNvPr>
          <p:cNvSpPr txBox="1">
            <a:spLocks noChangeArrowheads="1"/>
          </p:cNvSpPr>
          <p:nvPr/>
        </p:nvSpPr>
        <p:spPr bwMode="auto">
          <a:xfrm>
            <a:off x="1305509" y="4900229"/>
            <a:ext cx="9584094" cy="109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36000" tIns="36000" rIns="36000" bIns="36000" anchor="ctr"/>
          <a:lstStyle>
            <a:lvl1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200">
                <a:solidFill>
                  <a:schemeClr val="tx1"/>
                </a:solidFill>
                <a:latin typeface="Source Sans Pro" panose="020B0503030403020204" pitchFamily="34" charset="0"/>
                <a:cs typeface="DejaVu Sans" charset="0"/>
              </a:defRPr>
            </a:lvl1pPr>
            <a:lvl2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200">
                <a:solidFill>
                  <a:schemeClr val="tx1"/>
                </a:solidFill>
                <a:latin typeface="Source Sans Pro" panose="020B0503030403020204" pitchFamily="34" charset="0"/>
                <a:cs typeface="DejaVu Sans" charset="0"/>
              </a:defRPr>
            </a:lvl2pPr>
            <a:lvl3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200">
                <a:solidFill>
                  <a:schemeClr val="tx1"/>
                </a:solidFill>
                <a:latin typeface="Source Sans Pro" panose="020B0503030403020204" pitchFamily="34" charset="0"/>
                <a:cs typeface="DejaVu Sans" charset="0"/>
              </a:defRPr>
            </a:lvl3pPr>
            <a:lvl4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200">
                <a:solidFill>
                  <a:schemeClr val="tx1"/>
                </a:solidFill>
                <a:latin typeface="Source Sans Pro" panose="020B0503030403020204" pitchFamily="34" charset="0"/>
                <a:cs typeface="DejaVu Sans" charset="0"/>
              </a:defRPr>
            </a:lvl4pPr>
            <a:lvl5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200">
                <a:solidFill>
                  <a:schemeClr val="tx1"/>
                </a:solidFill>
                <a:latin typeface="Source Sans Pro" panose="020B0503030403020204" pitchFamily="34" charset="0"/>
                <a:cs typeface="DejaVu Sans" charset="0"/>
              </a:defRPr>
            </a:lvl5pPr>
            <a:lvl6pPr marL="25146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200">
                <a:solidFill>
                  <a:schemeClr val="tx1"/>
                </a:solidFill>
                <a:latin typeface="Source Sans Pro" panose="020B0503030403020204" pitchFamily="34" charset="0"/>
                <a:cs typeface="DejaVu Sans" charset="0"/>
              </a:defRPr>
            </a:lvl6pPr>
            <a:lvl7pPr marL="29718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200">
                <a:solidFill>
                  <a:schemeClr val="tx1"/>
                </a:solidFill>
                <a:latin typeface="Source Sans Pro" panose="020B0503030403020204" pitchFamily="34" charset="0"/>
                <a:cs typeface="DejaVu Sans" charset="0"/>
              </a:defRPr>
            </a:lvl7pPr>
            <a:lvl8pPr marL="34290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200">
                <a:solidFill>
                  <a:schemeClr val="tx1"/>
                </a:solidFill>
                <a:latin typeface="Source Sans Pro" panose="020B0503030403020204" pitchFamily="34" charset="0"/>
                <a:cs typeface="DejaVu Sans" charset="0"/>
              </a:defRPr>
            </a:lvl8pPr>
            <a:lvl9pPr marL="3886200" indent="-228600" defTabSz="449263" eaLnBrk="0" fontAlgn="base" hangingPunct="0">
              <a:lnSpc>
                <a:spcPct val="11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Lst>
              <a:defRPr sz="2200">
                <a:solidFill>
                  <a:schemeClr val="tx1"/>
                </a:solidFill>
                <a:latin typeface="Source Sans Pro" panose="020B0503030403020204" pitchFamily="34" charset="0"/>
                <a:cs typeface="DejaVu Sans" charset="0"/>
              </a:defRPr>
            </a:lvl9pPr>
          </a:lstStyle>
          <a:p>
            <a:pPr algn="ctr" eaLnBrk="1">
              <a:buClr>
                <a:srgbClr val="012060"/>
              </a:buClr>
              <a:buSzPts val="1600"/>
            </a:pPr>
            <a:r>
              <a:rPr lang="en-IN" altLang="en-US" sz="2400" b="1" dirty="0">
                <a:solidFill>
                  <a:srgbClr val="012060"/>
                </a:solidFill>
                <a:latin typeface="Times New Roman" panose="02020603050405020304" pitchFamily="18" charset="0"/>
                <a:ea typeface="Palatino Linotype"/>
                <a:cs typeface="Times New Roman" panose="02020603050405020304" pitchFamily="18" charset="0"/>
              </a:rPr>
              <a:t>Department</a:t>
            </a:r>
            <a:r>
              <a:rPr lang="en-IN" altLang="en-US" b="1" dirty="0">
                <a:solidFill>
                  <a:schemeClr val="accent1"/>
                </a:solidFill>
                <a:latin typeface="Times New Roman" panose="02020603050405020304" pitchFamily="18" charset="0"/>
                <a:cs typeface="Times New Roman" panose="02020603050405020304" pitchFamily="18" charset="0"/>
              </a:rPr>
              <a:t> </a:t>
            </a:r>
            <a:r>
              <a:rPr lang="en-IN" altLang="en-US" sz="2400" b="1" dirty="0">
                <a:solidFill>
                  <a:srgbClr val="012060"/>
                </a:solidFill>
                <a:latin typeface="Times New Roman" panose="02020603050405020304" pitchFamily="18" charset="0"/>
                <a:ea typeface="Palatino Linotype"/>
                <a:cs typeface="Times New Roman" panose="02020603050405020304" pitchFamily="18" charset="0"/>
              </a:rPr>
              <a:t>of Computer Science &amp; Engineering</a:t>
            </a:r>
          </a:p>
          <a:p>
            <a:pPr algn="ctr" eaLnBrk="1">
              <a:buClr>
                <a:srgbClr val="012060"/>
              </a:buClr>
              <a:buSzPts val="1600"/>
            </a:pPr>
            <a:r>
              <a:rPr lang="en-IN" altLang="en-US" sz="2400" b="1" dirty="0">
                <a:solidFill>
                  <a:srgbClr val="012060"/>
                </a:solidFill>
                <a:latin typeface="Times New Roman" panose="02020603050405020304" pitchFamily="18" charset="0"/>
                <a:ea typeface="Palatino Linotype"/>
                <a:cs typeface="Times New Roman" panose="02020603050405020304" pitchFamily="18" charset="0"/>
              </a:rPr>
              <a:t>SYMBIOSIS INTERNATIONAL (DEEMED UNIVERSITY)</a:t>
            </a:r>
          </a:p>
        </p:txBody>
      </p:sp>
      <p:sp>
        <p:nvSpPr>
          <p:cNvPr id="2" name="Date Placeholder 1">
            <a:extLst>
              <a:ext uri="{FF2B5EF4-FFF2-40B4-BE49-F238E27FC236}">
                <a16:creationId xmlns:a16="http://schemas.microsoft.com/office/drawing/2014/main" id="{8DB5E9F6-2E8C-467D-B77F-6084E1A2B0AB}"/>
              </a:ext>
            </a:extLst>
          </p:cNvPr>
          <p:cNvSpPr>
            <a:spLocks noGrp="1"/>
          </p:cNvSpPr>
          <p:nvPr>
            <p:ph type="dt" sz="half" idx="10"/>
          </p:nvPr>
        </p:nvSpPr>
        <p:spPr/>
        <p:txBody>
          <a:bodyPr/>
          <a:lstStyle/>
          <a:p>
            <a:fld id="{E63C02B9-4933-4D95-9462-9B78D23F7C37}" type="datetime1">
              <a:rPr lang="en-US" smtClean="0">
                <a:latin typeface="Times New Roman" panose="02020603050405020304" pitchFamily="18" charset="0"/>
                <a:cs typeface="Times New Roman" panose="02020603050405020304" pitchFamily="18" charset="0"/>
              </a:rPr>
              <a:t>12/6/2025</a:t>
            </a:fld>
            <a:endParaRPr lang="en-US"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C95C2E0-BDF6-40B0-801E-99B0B5312CC5}"/>
              </a:ext>
            </a:extLst>
          </p:cNvPr>
          <p:cNvSpPr>
            <a:spLocks noGrp="1"/>
          </p:cNvSpPr>
          <p:nvPr>
            <p:ph type="sldNum" sz="quarter" idx="12"/>
          </p:nvPr>
        </p:nvSpPr>
        <p:spPr>
          <a:xfrm>
            <a:off x="9151775" y="6356350"/>
            <a:ext cx="2743200" cy="365125"/>
          </a:xfrm>
        </p:spPr>
        <p:txBody>
          <a:bodyPr/>
          <a:lstStyle/>
          <a:p>
            <a:fld id="{00000000-1234-1234-1234-123412341234}" type="slidenum">
              <a:rPr lang="en-US" smtClean="0">
                <a:latin typeface="Times New Roman" panose="02020603050405020304" pitchFamily="18" charset="0"/>
                <a:cs typeface="Times New Roman" panose="02020603050405020304" pitchFamily="18" charset="0"/>
              </a:rPr>
              <a:pPr/>
              <a:t>1</a:t>
            </a:fld>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4" name="Google Shape;104;p2"/>
          <p:cNvSpPr txBox="1">
            <a:spLocks noGrp="1"/>
          </p:cNvSpPr>
          <p:nvPr>
            <p:ph type="title"/>
          </p:nvPr>
        </p:nvSpPr>
        <p:spPr>
          <a:xfrm>
            <a:off x="178012" y="71678"/>
            <a:ext cx="11737911" cy="65314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2060"/>
              </a:buClr>
              <a:buSzPts val="4000"/>
              <a:buFont typeface="Palatino Linotype"/>
              <a:buNone/>
            </a:pPr>
            <a:r>
              <a:rPr lang="en-US" sz="2800" b="1" dirty="0">
                <a:latin typeface="Times New Roman" panose="02020603050405020304" pitchFamily="18" charset="0"/>
                <a:ea typeface="Palatino Linotype"/>
                <a:cs typeface="Times New Roman" panose="02020603050405020304" pitchFamily="18" charset="0"/>
                <a:sym typeface="Palatino Linotype"/>
              </a:rPr>
              <a:t>Outline</a:t>
            </a:r>
            <a:endParaRPr sz="28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8986B78B-C572-4A39-A973-D2C470528F0A}"/>
              </a:ext>
            </a:extLst>
          </p:cNvPr>
          <p:cNvSpPr>
            <a:spLocks noGrp="1"/>
          </p:cNvSpPr>
          <p:nvPr>
            <p:ph type="dt" sz="half" idx="10"/>
          </p:nvPr>
        </p:nvSpPr>
        <p:spPr/>
        <p:txBody>
          <a:bodyPr/>
          <a:lstStyle/>
          <a:p>
            <a:fld id="{D2CD3DEE-53A1-45BD-B906-B78682BA98CD}" type="datetime1">
              <a:rPr lang="en-US" smtClean="0">
                <a:latin typeface="Times New Roman" panose="02020603050405020304" pitchFamily="18" charset="0"/>
                <a:cs typeface="Times New Roman" panose="02020603050405020304" pitchFamily="18" charset="0"/>
              </a:rPr>
              <a:t>12/6/2025</a:t>
            </a:fld>
            <a:endParaRPr lang="en-US">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6FD548D-0FFB-4928-85BB-993B31329C05}"/>
              </a:ext>
            </a:extLst>
          </p:cNvPr>
          <p:cNvSpPr>
            <a:spLocks noGrp="1"/>
          </p:cNvSpPr>
          <p:nvPr>
            <p:ph type="sldNum" sz="quarter" idx="12"/>
          </p:nvPr>
        </p:nvSpPr>
        <p:spPr>
          <a:xfrm>
            <a:off x="8798769" y="6356349"/>
            <a:ext cx="2743200" cy="365125"/>
          </a:xfrm>
        </p:spPr>
        <p:txBody>
          <a:bodyPr/>
          <a:lstStyle/>
          <a:p>
            <a:fld id="{00000000-1234-1234-1234-123412341234}" type="slidenum">
              <a:rPr lang="en-US" smtClean="0">
                <a:latin typeface="Times New Roman" panose="02020603050405020304" pitchFamily="18" charset="0"/>
                <a:cs typeface="Times New Roman" panose="02020603050405020304" pitchFamily="18" charset="0"/>
              </a:rPr>
              <a:pPr/>
              <a:t>2</a:t>
            </a:fld>
            <a:endParaRPr lang="en-US" dirty="0">
              <a:latin typeface="Times New Roman" panose="02020603050405020304" pitchFamily="18" charset="0"/>
              <a:cs typeface="Times New Roman" panose="02020603050405020304" pitchFamily="18" charset="0"/>
            </a:endParaRPr>
          </a:p>
        </p:txBody>
      </p:sp>
      <p:sp>
        <p:nvSpPr>
          <p:cNvPr id="105" name="Google Shape;105;p2"/>
          <p:cNvSpPr/>
          <p:nvPr/>
        </p:nvSpPr>
        <p:spPr>
          <a:xfrm>
            <a:off x="1649114" y="496701"/>
            <a:ext cx="9246637" cy="6042210"/>
          </a:xfrm>
          <a:prstGeom prst="rect">
            <a:avLst/>
          </a:prstGeom>
          <a:noFill/>
          <a:ln>
            <a:noFill/>
          </a:ln>
        </p:spPr>
        <p:txBody>
          <a:bodyPr spcFirstLastPara="1" wrap="square" lIns="91425" tIns="45700" rIns="91425" bIns="45700" anchor="t" anchorCtr="0">
            <a:noAutofit/>
          </a:bodyPr>
          <a:lstStyle/>
          <a:p>
            <a:pPr marL="171450" marR="0" lvl="0" indent="-171450" algn="l" rtl="0">
              <a:lnSpc>
                <a:spcPct val="150000"/>
              </a:lnSpc>
              <a:spcBef>
                <a:spcPts val="0"/>
              </a:spcBef>
              <a:spcAft>
                <a:spcPts val="0"/>
              </a:spcAft>
              <a:buClr>
                <a:srgbClr val="012060"/>
              </a:buClr>
              <a:buSzPts val="1600"/>
              <a:buFont typeface="Arial"/>
              <a:buChar char="•"/>
            </a:pPr>
            <a:r>
              <a:rPr lang="en-US" sz="2000" i="0" u="none" strike="noStrike" cap="none" dirty="0">
                <a:solidFill>
                  <a:srgbClr val="012060"/>
                </a:solidFill>
                <a:latin typeface="Times New Roman" panose="02020603050405020304" pitchFamily="18" charset="0"/>
                <a:ea typeface="Palatino Linotype"/>
                <a:cs typeface="Times New Roman" panose="02020603050405020304" pitchFamily="18" charset="0"/>
                <a:sym typeface="Palatino Linotype"/>
              </a:rPr>
              <a:t>Introduction</a:t>
            </a:r>
            <a:endParaRPr sz="2000" dirty="0">
              <a:latin typeface="Times New Roman" panose="02020603050405020304" pitchFamily="18" charset="0"/>
              <a:cs typeface="Times New Roman" panose="02020603050405020304" pitchFamily="18" charset="0"/>
            </a:endParaRPr>
          </a:p>
          <a:p>
            <a:pPr marL="171450" marR="0" lvl="0" indent="-171450" algn="l" rtl="0">
              <a:lnSpc>
                <a:spcPct val="150000"/>
              </a:lnSpc>
              <a:spcBef>
                <a:spcPts val="750"/>
              </a:spcBef>
              <a:spcAft>
                <a:spcPts val="0"/>
              </a:spcAft>
              <a:buClr>
                <a:srgbClr val="012060"/>
              </a:buClr>
              <a:buSzPts val="1600"/>
              <a:buFont typeface="Arial"/>
              <a:buChar char="•"/>
            </a:pPr>
            <a:r>
              <a:rPr lang="en-US" sz="2000" i="0" u="none" strike="noStrike" cap="none" dirty="0">
                <a:solidFill>
                  <a:srgbClr val="012060"/>
                </a:solidFill>
                <a:latin typeface="Times New Roman" panose="02020603050405020304" pitchFamily="18" charset="0"/>
                <a:ea typeface="Palatino Linotype"/>
                <a:cs typeface="Times New Roman" panose="02020603050405020304" pitchFamily="18" charset="0"/>
                <a:sym typeface="Palatino Linotype"/>
              </a:rPr>
              <a:t>Review of the Literature </a:t>
            </a:r>
          </a:p>
          <a:p>
            <a:pPr marL="171450" marR="0" lvl="0" indent="-171450" algn="l" rtl="0">
              <a:lnSpc>
                <a:spcPct val="150000"/>
              </a:lnSpc>
              <a:spcBef>
                <a:spcPts val="750"/>
              </a:spcBef>
              <a:spcAft>
                <a:spcPts val="0"/>
              </a:spcAft>
              <a:buClr>
                <a:srgbClr val="012060"/>
              </a:buClr>
              <a:buSzPts val="1600"/>
              <a:buFont typeface="Arial"/>
              <a:buChar char="•"/>
            </a:pPr>
            <a:r>
              <a:rPr lang="en-US" sz="2000" dirty="0">
                <a:solidFill>
                  <a:srgbClr val="012060"/>
                </a:solidFill>
                <a:latin typeface="Times New Roman" panose="02020603050405020304" pitchFamily="18" charset="0"/>
                <a:cs typeface="Times New Roman" panose="02020603050405020304" pitchFamily="18" charset="0"/>
                <a:sym typeface="Palatino Linotype"/>
              </a:rPr>
              <a:t>Research Gaps</a:t>
            </a:r>
          </a:p>
          <a:p>
            <a:pPr marL="171450" marR="0" lvl="0" indent="-171450" algn="l" rtl="0">
              <a:lnSpc>
                <a:spcPct val="150000"/>
              </a:lnSpc>
              <a:spcBef>
                <a:spcPts val="750"/>
              </a:spcBef>
              <a:spcAft>
                <a:spcPts val="0"/>
              </a:spcAft>
              <a:buClr>
                <a:srgbClr val="012060"/>
              </a:buClr>
              <a:buSzPts val="1600"/>
              <a:buFont typeface="Arial"/>
              <a:buChar char="•"/>
            </a:pPr>
            <a:r>
              <a:rPr lang="en-US" sz="2000" i="0" u="none" strike="noStrike" cap="none" dirty="0">
                <a:solidFill>
                  <a:srgbClr val="012060"/>
                </a:solidFill>
                <a:latin typeface="Times New Roman" panose="02020603050405020304" pitchFamily="18" charset="0"/>
                <a:ea typeface="Palatino Linotype"/>
                <a:cs typeface="Times New Roman" panose="02020603050405020304" pitchFamily="18" charset="0"/>
                <a:sym typeface="Palatino Linotype"/>
              </a:rPr>
              <a:t>Problem Statement and Objectives</a:t>
            </a:r>
            <a:endParaRPr sz="2000" dirty="0">
              <a:latin typeface="Times New Roman" panose="02020603050405020304" pitchFamily="18" charset="0"/>
              <a:cs typeface="Times New Roman" panose="02020603050405020304" pitchFamily="18" charset="0"/>
            </a:endParaRPr>
          </a:p>
          <a:p>
            <a:pPr marL="171450" marR="0" lvl="0" indent="-171450" algn="l" rtl="0">
              <a:lnSpc>
                <a:spcPct val="150000"/>
              </a:lnSpc>
              <a:spcBef>
                <a:spcPts val="750"/>
              </a:spcBef>
              <a:spcAft>
                <a:spcPts val="0"/>
              </a:spcAft>
              <a:buClr>
                <a:srgbClr val="012060"/>
              </a:buClr>
              <a:buSzPts val="1600"/>
              <a:buFont typeface="Arial"/>
              <a:buChar char="•"/>
            </a:pPr>
            <a:r>
              <a:rPr lang="en-US" sz="2000" i="0" u="none" strike="noStrike" cap="none" dirty="0">
                <a:solidFill>
                  <a:srgbClr val="012060"/>
                </a:solidFill>
                <a:latin typeface="Times New Roman" panose="02020603050405020304" pitchFamily="18" charset="0"/>
                <a:ea typeface="Palatino Linotype"/>
                <a:cs typeface="Times New Roman" panose="02020603050405020304" pitchFamily="18" charset="0"/>
                <a:sym typeface="Palatino Linotype"/>
              </a:rPr>
              <a:t>Methodology, Experimental results and Status of the objectives</a:t>
            </a:r>
          </a:p>
          <a:p>
            <a:pPr marL="171450" marR="0" lvl="0" indent="-171450" algn="l" rtl="0">
              <a:lnSpc>
                <a:spcPct val="150000"/>
              </a:lnSpc>
              <a:spcBef>
                <a:spcPts val="750"/>
              </a:spcBef>
              <a:spcAft>
                <a:spcPts val="0"/>
              </a:spcAft>
              <a:buClr>
                <a:srgbClr val="012060"/>
              </a:buClr>
              <a:buSzPts val="1600"/>
              <a:buFont typeface="Arial"/>
              <a:buChar char="•"/>
            </a:pPr>
            <a:r>
              <a:rPr lang="en-US" sz="2000" dirty="0">
                <a:solidFill>
                  <a:srgbClr val="012060"/>
                </a:solidFill>
                <a:latin typeface="Times New Roman" panose="02020603050405020304" pitchFamily="18" charset="0"/>
                <a:ea typeface="Palatino Linotype"/>
                <a:cs typeface="Times New Roman" panose="02020603050405020304" pitchFamily="18" charset="0"/>
                <a:sym typeface="Palatino Linotype"/>
              </a:rPr>
              <a:t>Publications</a:t>
            </a:r>
            <a:endParaRPr lang="en-US" sz="2000" i="0" u="none" strike="noStrike" cap="none" dirty="0">
              <a:solidFill>
                <a:srgbClr val="012060"/>
              </a:solidFill>
              <a:latin typeface="Times New Roman" panose="02020603050405020304" pitchFamily="18" charset="0"/>
              <a:ea typeface="Palatino Linotype"/>
              <a:cs typeface="Times New Roman" panose="02020603050405020304" pitchFamily="18" charset="0"/>
              <a:sym typeface="Palatino Linotype"/>
            </a:endParaRPr>
          </a:p>
          <a:p>
            <a:pPr marL="171450" marR="0" lvl="0" indent="-171450" algn="l" rtl="0">
              <a:lnSpc>
                <a:spcPct val="150000"/>
              </a:lnSpc>
              <a:spcBef>
                <a:spcPts val="750"/>
              </a:spcBef>
              <a:spcAft>
                <a:spcPts val="0"/>
              </a:spcAft>
              <a:buClr>
                <a:srgbClr val="012060"/>
              </a:buClr>
              <a:buSzPts val="1600"/>
              <a:buFont typeface="Arial"/>
              <a:buChar char="•"/>
            </a:pPr>
            <a:r>
              <a:rPr lang="en-US" sz="2000" i="0" u="none" strike="noStrike" cap="none" dirty="0">
                <a:solidFill>
                  <a:srgbClr val="012060"/>
                </a:solidFill>
                <a:latin typeface="Times New Roman" panose="02020603050405020304" pitchFamily="18" charset="0"/>
                <a:ea typeface="Palatino Linotype"/>
                <a:cs typeface="Times New Roman" panose="02020603050405020304" pitchFamily="18" charset="0"/>
                <a:sym typeface="Palatino Linotype"/>
              </a:rPr>
              <a:t>Conclusion</a:t>
            </a:r>
          </a:p>
          <a:p>
            <a:pPr marL="171450" marR="0" lvl="0" indent="-171450" algn="l" rtl="0">
              <a:lnSpc>
                <a:spcPct val="150000"/>
              </a:lnSpc>
              <a:spcBef>
                <a:spcPts val="750"/>
              </a:spcBef>
              <a:spcAft>
                <a:spcPts val="0"/>
              </a:spcAft>
              <a:buClr>
                <a:srgbClr val="012060"/>
              </a:buClr>
              <a:buSzPts val="1600"/>
              <a:buFont typeface="Arial"/>
              <a:buChar char="•"/>
            </a:pPr>
            <a:r>
              <a:rPr lang="en-US" sz="2000" dirty="0">
                <a:solidFill>
                  <a:srgbClr val="012060"/>
                </a:solidFill>
                <a:latin typeface="Times New Roman" panose="02020603050405020304" pitchFamily="18" charset="0"/>
                <a:ea typeface="Palatino Linotype"/>
                <a:cs typeface="Times New Roman" panose="02020603050405020304" pitchFamily="18" charset="0"/>
                <a:sym typeface="Palatino Linotype"/>
              </a:rPr>
              <a:t>Contributions</a:t>
            </a:r>
            <a:endParaRPr lang="en-US" sz="2000" i="0" u="none" strike="noStrike" cap="none" dirty="0">
              <a:solidFill>
                <a:srgbClr val="012060"/>
              </a:solidFill>
              <a:latin typeface="Times New Roman" panose="02020603050405020304" pitchFamily="18" charset="0"/>
              <a:ea typeface="Palatino Linotype"/>
              <a:cs typeface="Times New Roman" panose="02020603050405020304" pitchFamily="18" charset="0"/>
              <a:sym typeface="Palatino Linotype"/>
            </a:endParaRPr>
          </a:p>
          <a:p>
            <a:pPr marL="171450" lvl="0" indent="-171450">
              <a:lnSpc>
                <a:spcPct val="150000"/>
              </a:lnSpc>
              <a:spcBef>
                <a:spcPts val="750"/>
              </a:spcBef>
              <a:buClr>
                <a:srgbClr val="012060"/>
              </a:buClr>
              <a:buSzPts val="1600"/>
              <a:buFont typeface="Arial"/>
              <a:buChar char="•"/>
            </a:pPr>
            <a:r>
              <a:rPr lang="en-US" sz="2000" dirty="0">
                <a:solidFill>
                  <a:srgbClr val="012060"/>
                </a:solidFill>
                <a:latin typeface="Times New Roman" panose="02020603050405020304" pitchFamily="18" charset="0"/>
                <a:ea typeface="Palatino Linotype"/>
                <a:cs typeface="Times New Roman" panose="02020603050405020304" pitchFamily="18" charset="0"/>
                <a:sym typeface="Palatino Linotype"/>
              </a:rPr>
              <a:t>Future Scope</a:t>
            </a:r>
            <a:endParaRPr lang="en-US" sz="2000" i="0" u="none" strike="noStrike" cap="none" dirty="0">
              <a:solidFill>
                <a:srgbClr val="012060"/>
              </a:solidFill>
              <a:latin typeface="Times New Roman" panose="02020603050405020304" pitchFamily="18" charset="0"/>
              <a:ea typeface="Palatino Linotype"/>
              <a:cs typeface="Times New Roman" panose="02020603050405020304" pitchFamily="18" charset="0"/>
              <a:sym typeface="Palatino Linotype"/>
            </a:endParaRPr>
          </a:p>
          <a:p>
            <a:pPr marL="171450" marR="0" lvl="0" indent="-171450" algn="l" rtl="0">
              <a:lnSpc>
                <a:spcPct val="150000"/>
              </a:lnSpc>
              <a:spcBef>
                <a:spcPts val="750"/>
              </a:spcBef>
              <a:spcAft>
                <a:spcPts val="0"/>
              </a:spcAft>
              <a:buClr>
                <a:srgbClr val="012060"/>
              </a:buClr>
              <a:buSzPts val="1600"/>
              <a:buFont typeface="Arial"/>
              <a:buChar char="•"/>
            </a:pPr>
            <a:r>
              <a:rPr lang="en-US" sz="2000" dirty="0">
                <a:solidFill>
                  <a:srgbClr val="012060"/>
                </a:solidFill>
                <a:latin typeface="Times New Roman" panose="02020603050405020304" pitchFamily="18" charset="0"/>
                <a:cs typeface="Times New Roman" panose="02020603050405020304" pitchFamily="18" charset="0"/>
                <a:sym typeface="Palatino Linotype"/>
              </a:rPr>
              <a:t>References</a:t>
            </a:r>
          </a:p>
          <a:p>
            <a:pPr marL="171450" marR="0" lvl="0" indent="-171450" algn="l" rtl="0">
              <a:lnSpc>
                <a:spcPct val="150000"/>
              </a:lnSpc>
              <a:spcBef>
                <a:spcPts val="750"/>
              </a:spcBef>
              <a:spcAft>
                <a:spcPts val="0"/>
              </a:spcAft>
              <a:buClr>
                <a:srgbClr val="012060"/>
              </a:buClr>
              <a:buSzPts val="1600"/>
              <a:buFont typeface="Arial"/>
              <a:buChar char="•"/>
            </a:pPr>
            <a:r>
              <a:rPr lang="en-US" sz="2000" dirty="0">
                <a:solidFill>
                  <a:srgbClr val="012060"/>
                </a:solidFill>
                <a:latin typeface="Times New Roman" panose="02020603050405020304" pitchFamily="18" charset="0"/>
                <a:cs typeface="Times New Roman" panose="02020603050405020304" pitchFamily="18" charset="0"/>
                <a:sym typeface="Palatino Linotype"/>
              </a:rPr>
              <a:t>Q/A</a:t>
            </a:r>
          </a:p>
          <a:p>
            <a:pPr marL="171450" marR="0" lvl="0" indent="-171450" algn="l" rtl="0">
              <a:lnSpc>
                <a:spcPct val="150000"/>
              </a:lnSpc>
              <a:spcBef>
                <a:spcPts val="750"/>
              </a:spcBef>
              <a:spcAft>
                <a:spcPts val="0"/>
              </a:spcAft>
              <a:buClr>
                <a:srgbClr val="012060"/>
              </a:buClr>
              <a:buSzPts val="1600"/>
              <a:buFont typeface="Arial"/>
              <a:buChar char="•"/>
            </a:pPr>
            <a:endParaRPr sz="2000" dirty="0">
              <a:latin typeface="Times New Roman" panose="02020603050405020304" pitchFamily="18" charset="0"/>
              <a:cs typeface="Times New Roman" panose="02020603050405020304" pitchFamily="18" charset="0"/>
            </a:endParaRPr>
          </a:p>
          <a:p>
            <a:pPr marL="171450" marR="0" lvl="0" indent="-69850" algn="l" rtl="0">
              <a:lnSpc>
                <a:spcPct val="150000"/>
              </a:lnSpc>
              <a:spcBef>
                <a:spcPts val="750"/>
              </a:spcBef>
              <a:spcAft>
                <a:spcPts val="0"/>
              </a:spcAft>
              <a:buClr>
                <a:schemeClr val="dk1"/>
              </a:buClr>
              <a:buSzPts val="1600"/>
              <a:buFont typeface="Arial"/>
              <a:buNone/>
            </a:pPr>
            <a:endParaRPr sz="2200" i="0" u="none" strike="noStrike" cap="none" dirty="0">
              <a:solidFill>
                <a:srgbClr val="012060"/>
              </a:solidFill>
              <a:latin typeface="Times New Roman" panose="02020603050405020304" pitchFamily="18" charset="0"/>
              <a:ea typeface="Palatino Linotype"/>
              <a:cs typeface="Times New Roman" panose="02020603050405020304" pitchFamily="18" charset="0"/>
              <a:sym typeface="Palatino Linotype"/>
            </a:endParaRPr>
          </a:p>
          <a:p>
            <a:pPr marL="171450" marR="0" lvl="0" indent="-171450" algn="l" rtl="0">
              <a:lnSpc>
                <a:spcPct val="150000"/>
              </a:lnSpc>
              <a:spcBef>
                <a:spcPts val="750"/>
              </a:spcBef>
              <a:spcAft>
                <a:spcPts val="0"/>
              </a:spcAft>
              <a:buClr>
                <a:schemeClr val="dk1"/>
              </a:buClr>
              <a:buSzPts val="1600"/>
              <a:buFont typeface="Arial"/>
              <a:buNone/>
            </a:pPr>
            <a:endParaRPr sz="2200" i="0" u="none" strike="noStrike" cap="none" dirty="0">
              <a:solidFill>
                <a:srgbClr val="012060"/>
              </a:solidFill>
              <a:latin typeface="Times New Roman" panose="02020603050405020304" pitchFamily="18" charset="0"/>
              <a:ea typeface="Palatino Linotype"/>
              <a:cs typeface="Times New Roman" panose="02020603050405020304" pitchFamily="18" charset="0"/>
              <a:sym typeface="Palatino Linotype"/>
            </a:endParaRPr>
          </a:p>
          <a:p>
            <a:pPr marL="171450" marR="0" lvl="0" indent="-171450" algn="l" rtl="0">
              <a:lnSpc>
                <a:spcPct val="150000"/>
              </a:lnSpc>
              <a:spcBef>
                <a:spcPts val="750"/>
              </a:spcBef>
              <a:spcAft>
                <a:spcPts val="0"/>
              </a:spcAft>
              <a:buClr>
                <a:schemeClr val="dk1"/>
              </a:buClr>
              <a:buSzPts val="1600"/>
              <a:buFont typeface="Arial"/>
              <a:buNone/>
            </a:pPr>
            <a:endParaRPr sz="2200" i="0" u="none" strike="noStrike" cap="none" dirty="0">
              <a:solidFill>
                <a:srgbClr val="012060"/>
              </a:solidFill>
              <a:latin typeface="Times New Roman" panose="02020603050405020304" pitchFamily="18" charset="0"/>
              <a:ea typeface="Palatino Linotype"/>
              <a:cs typeface="Times New Roman" panose="02020603050405020304" pitchFamily="18" charset="0"/>
              <a:sym typeface="Palatino Linotype"/>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CBC382B-E97D-464D-B184-09F4C0D24DD5}" type="datetime1">
              <a:rPr lang="en-US" smtClean="0"/>
              <a:t>12/6/2025</a:t>
            </a:fld>
            <a:endParaRPr lang="en-US" dirty="0"/>
          </a:p>
        </p:txBody>
      </p:sp>
      <p:sp>
        <p:nvSpPr>
          <p:cNvPr id="5" name="Slide Number Placeholder 4"/>
          <p:cNvSpPr>
            <a:spLocks noGrp="1"/>
          </p:cNvSpPr>
          <p:nvPr>
            <p:ph type="sldNum" sz="quarter" idx="12"/>
          </p:nvPr>
        </p:nvSpPr>
        <p:spPr>
          <a:xfrm>
            <a:off x="8629262" y="6356349"/>
            <a:ext cx="2743200" cy="365125"/>
          </a:xfrm>
        </p:spPr>
        <p:txBody>
          <a:bodyPr/>
          <a:lstStyle/>
          <a:p>
            <a:fld id="{00000000-1234-1234-1234-123412341234}" type="slidenum">
              <a:rPr lang="en-US" smtClean="0"/>
              <a:pPr/>
              <a:t>3</a:t>
            </a:fld>
            <a:endParaRPr lang="en-US" dirty="0"/>
          </a:p>
        </p:txBody>
      </p:sp>
      <p:sp>
        <p:nvSpPr>
          <p:cNvPr id="6" name="Google Shape;115;p3"/>
          <p:cNvSpPr txBox="1">
            <a:spLocks noGrp="1"/>
          </p:cNvSpPr>
          <p:nvPr>
            <p:ph type="title"/>
          </p:nvPr>
        </p:nvSpPr>
        <p:spPr>
          <a:xfrm>
            <a:off x="616527" y="408806"/>
            <a:ext cx="10596418" cy="387798"/>
          </a:xfrm>
          <a:prstGeom prst="rect">
            <a:avLst/>
          </a:prstGeom>
          <a:noFill/>
          <a:ln>
            <a:noFill/>
          </a:ln>
        </p:spPr>
        <p:txBody>
          <a:bodyPr spcFirstLastPara="1" wrap="square" lIns="0" tIns="0" rIns="0" bIns="0" anchor="ctr" anchorCtr="0">
            <a:spAutoFit/>
          </a:bodyPr>
          <a:lstStyle/>
          <a:p>
            <a:pPr marL="0" lvl="0" indent="0" algn="ctr" rtl="0">
              <a:lnSpc>
                <a:spcPct val="90000"/>
              </a:lnSpc>
              <a:spcBef>
                <a:spcPts val="0"/>
              </a:spcBef>
              <a:spcAft>
                <a:spcPts val="0"/>
              </a:spcAft>
              <a:buClr>
                <a:srgbClr val="003154"/>
              </a:buClr>
              <a:buSzPts val="4000"/>
              <a:buFont typeface="Times New Roman"/>
              <a:buNone/>
            </a:pPr>
            <a:r>
              <a:rPr lang="en-US" sz="2800" b="1" dirty="0" smtClean="0">
                <a:latin typeface="Times New Roman" panose="02020603050405020304" pitchFamily="18" charset="0"/>
                <a:ea typeface="Times New Roman"/>
                <a:cs typeface="Times New Roman" panose="02020603050405020304" pitchFamily="18" charset="0"/>
                <a:sym typeface="Times New Roman"/>
              </a:rPr>
              <a:t>Introduction</a:t>
            </a:r>
            <a:endParaRPr sz="28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355085" y="1060671"/>
            <a:ext cx="6236216" cy="4831222"/>
          </a:xfrm>
          <a:prstGeom prst="rect">
            <a:avLst/>
          </a:prstGeom>
        </p:spPr>
      </p:pic>
      <p:sp>
        <p:nvSpPr>
          <p:cNvPr id="7" name="Rectangle 6"/>
          <p:cNvSpPr/>
          <p:nvPr/>
        </p:nvSpPr>
        <p:spPr>
          <a:xfrm>
            <a:off x="2209800" y="5954379"/>
            <a:ext cx="8072582" cy="276999"/>
          </a:xfrm>
          <a:prstGeom prst="rect">
            <a:avLst/>
          </a:prstGeom>
        </p:spPr>
        <p:txBody>
          <a:bodyPr wrap="square">
            <a:spAutoFit/>
          </a:bodyPr>
          <a:lstStyle/>
          <a:p>
            <a:pPr algn="ctr"/>
            <a:r>
              <a:rPr lang="en-US" sz="1200" b="1" i="1" dirty="0">
                <a:latin typeface="Arial" panose="020B0604020202020204" pitchFamily="34" charset="0"/>
                <a:cs typeface="Arial" panose="020B0604020202020204" pitchFamily="34" charset="0"/>
              </a:rPr>
              <a:t>Fig. 1</a:t>
            </a:r>
            <a:r>
              <a:rPr lang="en-US" sz="1200" b="1" i="1" dirty="0" smtClean="0">
                <a:latin typeface="Arial" panose="020B0604020202020204" pitchFamily="34" charset="0"/>
                <a:cs typeface="Arial" panose="020B0604020202020204" pitchFamily="34" charset="0"/>
              </a:rPr>
              <a:t>.</a:t>
            </a:r>
            <a:r>
              <a:rPr lang="en-US" sz="1200" dirty="0"/>
              <a:t> </a:t>
            </a:r>
            <a:r>
              <a:rPr lang="en-US" sz="1200" i="1" dirty="0">
                <a:latin typeface="Arial" panose="020B0604020202020204" pitchFamily="34" charset="0"/>
                <a:cs typeface="Arial" panose="020B0604020202020204" pitchFamily="34" charset="0"/>
              </a:rPr>
              <a:t>Iceberg Model Showing Visible and Hidden Costs of Software Quality Issues</a:t>
            </a:r>
            <a:r>
              <a:rPr lang="en-US" sz="1200" i="1" dirty="0" smtClean="0">
                <a:latin typeface="Arial" panose="020B0604020202020204" pitchFamily="34" charset="0"/>
                <a:cs typeface="Arial" panose="020B0604020202020204" pitchFamily="34" charset="0"/>
              </a:rPr>
              <a:t>.[</a:t>
            </a:r>
            <a:r>
              <a:rPr lang="en-US" sz="1200" i="1" dirty="0">
                <a:latin typeface="Arial" panose="020B0604020202020204" pitchFamily="34" charset="0"/>
                <a:cs typeface="Arial" panose="020B0604020202020204" pitchFamily="34" charset="0"/>
              </a:rPr>
              <a:t>19]</a:t>
            </a:r>
            <a:endParaRPr lang="en-IN" sz="1200" i="1" dirty="0">
              <a:latin typeface="Arial" panose="020B0604020202020204" pitchFamily="34" charset="0"/>
              <a:cs typeface="Arial" panose="020B0604020202020204" pitchFamily="34" charset="0"/>
            </a:endParaRPr>
          </a:p>
        </p:txBody>
      </p:sp>
      <p:sp>
        <p:nvSpPr>
          <p:cNvPr id="8" name="Rectangle 7"/>
          <p:cNvSpPr/>
          <p:nvPr/>
        </p:nvSpPr>
        <p:spPr>
          <a:xfrm>
            <a:off x="355084" y="889000"/>
            <a:ext cx="11657700" cy="50653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p:cNvPicPr>
            <a:picLocks noChangeAspect="1"/>
          </p:cNvPicPr>
          <p:nvPr/>
        </p:nvPicPr>
        <p:blipFill>
          <a:blip r:embed="rId4"/>
          <a:stretch>
            <a:fillRect/>
          </a:stretch>
        </p:blipFill>
        <p:spPr>
          <a:xfrm>
            <a:off x="7137401" y="1061374"/>
            <a:ext cx="4155687" cy="2939126"/>
          </a:xfrm>
          <a:prstGeom prst="rect">
            <a:avLst/>
          </a:prstGeom>
        </p:spPr>
      </p:pic>
      <p:sp>
        <p:nvSpPr>
          <p:cNvPr id="10" name="TextBox 9"/>
          <p:cNvSpPr txBox="1"/>
          <p:nvPr/>
        </p:nvSpPr>
        <p:spPr>
          <a:xfrm>
            <a:off x="6591302" y="4000500"/>
            <a:ext cx="5247886" cy="1754326"/>
          </a:xfrm>
          <a:prstGeom prst="rect">
            <a:avLst/>
          </a:prstGeom>
          <a:noFill/>
        </p:spPr>
        <p:txBody>
          <a:bodyPr wrap="square" rtlCol="0">
            <a:spAutoFit/>
          </a:bodyPr>
          <a:lstStyle/>
          <a:p>
            <a:r>
              <a:rPr lang="en-IN" dirty="0" smtClean="0"/>
              <a:t>CISQ Report - Total </a:t>
            </a:r>
            <a:r>
              <a:rPr lang="en-IN" dirty="0"/>
              <a:t>Cost of Software Failure in 2022: $2.41 Trillion</a:t>
            </a:r>
          </a:p>
          <a:p>
            <a:r>
              <a:rPr lang="en-US" dirty="0"/>
              <a:t>Total USA GDP in 2022 : 23.3 </a:t>
            </a:r>
            <a:r>
              <a:rPr lang="en-IN" dirty="0"/>
              <a:t>Trillion</a:t>
            </a:r>
          </a:p>
          <a:p>
            <a:endParaRPr lang="en-US" b="1" dirty="0"/>
          </a:p>
          <a:p>
            <a:r>
              <a:rPr lang="en-US" b="1" dirty="0"/>
              <a:t>Fact: Poor Software Quality Cost the U.S. Economy ~10.3% of its GDP in 2022</a:t>
            </a:r>
          </a:p>
        </p:txBody>
      </p:sp>
    </p:spTree>
    <p:extLst>
      <p:ext uri="{BB962C8B-B14F-4D97-AF65-F5344CB8AC3E}">
        <p14:creationId xmlns:p14="http://schemas.microsoft.com/office/powerpoint/2010/main" val="36492151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CBC382B-E97D-464D-B184-09F4C0D24DD5}" type="datetime1">
              <a:rPr lang="en-US" smtClean="0"/>
              <a:t>12/6/2025</a:t>
            </a:fld>
            <a:endParaRPr lang="en-US" dirty="0"/>
          </a:p>
        </p:txBody>
      </p:sp>
      <p:sp>
        <p:nvSpPr>
          <p:cNvPr id="5" name="Slide Number Placeholder 4"/>
          <p:cNvSpPr>
            <a:spLocks noGrp="1"/>
          </p:cNvSpPr>
          <p:nvPr>
            <p:ph type="sldNum" sz="quarter" idx="12"/>
          </p:nvPr>
        </p:nvSpPr>
        <p:spPr>
          <a:xfrm>
            <a:off x="8629262" y="6356349"/>
            <a:ext cx="2743200" cy="365125"/>
          </a:xfrm>
        </p:spPr>
        <p:txBody>
          <a:bodyPr/>
          <a:lstStyle/>
          <a:p>
            <a:fld id="{00000000-1234-1234-1234-123412341234}" type="slidenum">
              <a:rPr lang="en-US" smtClean="0"/>
              <a:pPr/>
              <a:t>4</a:t>
            </a:fld>
            <a:endParaRPr lang="en-US" dirty="0"/>
          </a:p>
        </p:txBody>
      </p:sp>
      <p:sp>
        <p:nvSpPr>
          <p:cNvPr id="6" name="Google Shape;115;p3"/>
          <p:cNvSpPr txBox="1">
            <a:spLocks noGrp="1"/>
          </p:cNvSpPr>
          <p:nvPr>
            <p:ph type="title"/>
          </p:nvPr>
        </p:nvSpPr>
        <p:spPr>
          <a:xfrm>
            <a:off x="1457325" y="277424"/>
            <a:ext cx="6105525" cy="387798"/>
          </a:xfrm>
          <a:prstGeom prst="rect">
            <a:avLst/>
          </a:prstGeom>
          <a:noFill/>
          <a:ln>
            <a:noFill/>
          </a:ln>
        </p:spPr>
        <p:txBody>
          <a:bodyPr spcFirstLastPara="1" wrap="square" lIns="0" tIns="0" rIns="0" bIns="0" anchor="ctr" anchorCtr="0">
            <a:spAutoFit/>
          </a:bodyPr>
          <a:lstStyle/>
          <a:p>
            <a:pPr lvl="0" algn="ctr">
              <a:spcBef>
                <a:spcPts val="0"/>
              </a:spcBef>
              <a:buClr>
                <a:srgbClr val="003154"/>
              </a:buClr>
              <a:buSzPts val="4000"/>
            </a:pPr>
            <a:r>
              <a:rPr lang="en-US" sz="2800" b="1" dirty="0" smtClean="0">
                <a:latin typeface="Times New Roman" panose="02020603050405020304" pitchFamily="18" charset="0"/>
                <a:ea typeface="Times New Roman"/>
                <a:cs typeface="Times New Roman" panose="02020603050405020304" pitchFamily="18" charset="0"/>
                <a:sym typeface="Times New Roman"/>
              </a:rPr>
              <a:t>Introduction : </a:t>
            </a:r>
            <a:r>
              <a:rPr lang="en-US" sz="2800" dirty="0">
                <a:latin typeface="Times New Roman" panose="02020603050405020304" pitchFamily="18" charset="0"/>
                <a:cs typeface="Times New Roman" panose="02020603050405020304" pitchFamily="18" charset="0"/>
              </a:rPr>
              <a:t>How </a:t>
            </a:r>
            <a:r>
              <a:rPr lang="en-US" sz="2800" dirty="0" smtClean="0">
                <a:latin typeface="Times New Roman" panose="02020603050405020304" pitchFamily="18" charset="0"/>
                <a:cs typeface="Times New Roman" panose="02020603050405020304" pitchFamily="18" charset="0"/>
              </a:rPr>
              <a:t>defects are logged</a:t>
            </a:r>
            <a:endParaRPr sz="28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6489" y="962768"/>
            <a:ext cx="8688012" cy="4410691"/>
          </a:xfrm>
          <a:prstGeom prst="rect">
            <a:avLst/>
          </a:prstGeom>
        </p:spPr>
      </p:pic>
      <p:sp>
        <p:nvSpPr>
          <p:cNvPr id="2" name="Rectangle 1"/>
          <p:cNvSpPr>
            <a:spLocks noChangeArrowheads="1"/>
          </p:cNvSpPr>
          <p:nvPr/>
        </p:nvSpPr>
        <p:spPr bwMode="auto">
          <a:xfrm>
            <a:off x="2547505" y="5726404"/>
            <a:ext cx="8431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Fig. 2</a:t>
            </a:r>
            <a:r>
              <a:rPr kumimoji="0" lang="en-US" altLang="en-US" sz="12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r>
              <a:rPr lang="en-US" altLang="en-US" sz="1200" i="1" dirty="0" smtClean="0">
                <a:latin typeface="Arial" panose="020B0604020202020204" pitchFamily="34" charset="0"/>
                <a:cs typeface="Arial" panose="020B0604020202020204" pitchFamily="34" charset="0"/>
              </a:rPr>
              <a:t>. </a:t>
            </a:r>
            <a:r>
              <a:rPr lang="en-US" sz="1200" i="1" dirty="0" smtClean="0"/>
              <a:t>End-to-end </a:t>
            </a:r>
            <a:r>
              <a:rPr lang="en-US" sz="1200" i="1" dirty="0"/>
              <a:t>workflow showing how test design, execution, and reporting generate pass/fail cases for defect dataset creation</a:t>
            </a:r>
            <a:endParaRPr kumimoji="0" lang="en-US" altLang="en-US" sz="1200" b="0" i="1"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7228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2" name="Date Placeholder 1">
            <a:extLst>
              <a:ext uri="{FF2B5EF4-FFF2-40B4-BE49-F238E27FC236}">
                <a16:creationId xmlns:a16="http://schemas.microsoft.com/office/drawing/2014/main" id="{F2844C2B-F89E-428A-B906-DC64947B0B49}"/>
              </a:ext>
            </a:extLst>
          </p:cNvPr>
          <p:cNvSpPr>
            <a:spLocks noGrp="1"/>
          </p:cNvSpPr>
          <p:nvPr>
            <p:ph type="dt" sz="half" idx="10"/>
          </p:nvPr>
        </p:nvSpPr>
        <p:spPr/>
        <p:txBody>
          <a:bodyPr/>
          <a:lstStyle/>
          <a:p>
            <a:fld id="{D06FF47F-A43B-4E3A-8CAC-8DCB2EFC761A}" type="datetime1">
              <a:rPr lang="en-US" smtClean="0">
                <a:latin typeface="Times New Roman" panose="02020603050405020304" pitchFamily="18" charset="0"/>
                <a:cs typeface="Times New Roman" panose="02020603050405020304" pitchFamily="18" charset="0"/>
              </a:rPr>
              <a:t>12/6/2025</a:t>
            </a:fld>
            <a:endParaRPr lang="en-US"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7BA169DD-B0E8-4EAF-9E1D-E2FAF4039041}"/>
              </a:ext>
            </a:extLst>
          </p:cNvPr>
          <p:cNvSpPr>
            <a:spLocks noGrp="1"/>
          </p:cNvSpPr>
          <p:nvPr>
            <p:ph type="sldNum" sz="quarter" idx="12"/>
          </p:nvPr>
        </p:nvSpPr>
        <p:spPr>
          <a:xfrm>
            <a:off x="8706804" y="6356350"/>
            <a:ext cx="2743200" cy="365125"/>
          </a:xfrm>
        </p:spPr>
        <p:txBody>
          <a:bodyPr/>
          <a:lstStyle/>
          <a:p>
            <a:fld id="{00000000-1234-1234-1234-123412341234}" type="slidenum">
              <a:rPr lang="en-US" smtClean="0">
                <a:solidFill>
                  <a:schemeClr val="bg1">
                    <a:lumMod val="50000"/>
                  </a:schemeClr>
                </a:solidFill>
                <a:latin typeface="Times New Roman" panose="02020603050405020304" pitchFamily="18" charset="0"/>
                <a:cs typeface="Times New Roman" panose="02020603050405020304" pitchFamily="18" charset="0"/>
              </a:rPr>
              <a:pPr/>
              <a:t>5</a:t>
            </a:fld>
            <a:endParaRPr lang="en-US" dirty="0">
              <a:solidFill>
                <a:schemeClr val="bg1">
                  <a:lumMod val="50000"/>
                </a:schemeClr>
              </a:solidFill>
              <a:latin typeface="Times New Roman" panose="02020603050405020304" pitchFamily="18" charset="0"/>
              <a:cs typeface="Times New Roman" panose="02020603050405020304" pitchFamily="18" charset="0"/>
            </a:endParaRPr>
          </a:p>
        </p:txBody>
      </p:sp>
      <p:pic>
        <p:nvPicPr>
          <p:cNvPr id="117" name="Google Shape;117;p3" descr="This image is an icon that says &quot;24Slides.&quot;">
            <a:hlinkClick r:id="rId3"/>
          </p:cNvPr>
          <p:cNvPicPr preferRelativeResize="0"/>
          <p:nvPr/>
        </p:nvPicPr>
        <p:blipFill rotWithShape="1">
          <a:blip r:embed="rId4">
            <a:alphaModFix/>
          </a:blip>
          <a:srcRect/>
          <a:stretch/>
        </p:blipFill>
        <p:spPr>
          <a:xfrm>
            <a:off x="5360332" y="5919419"/>
            <a:ext cx="1471335" cy="420363"/>
          </a:xfrm>
          <a:prstGeom prst="rect">
            <a:avLst/>
          </a:prstGeom>
          <a:noFill/>
          <a:ln>
            <a:noFill/>
          </a:ln>
        </p:spPr>
      </p:pic>
      <p:pic>
        <p:nvPicPr>
          <p:cNvPr id="7" name="Picture 6">
            <a:extLst>
              <a:ext uri="{FF2B5EF4-FFF2-40B4-BE49-F238E27FC236}">
                <a16:creationId xmlns:a16="http://schemas.microsoft.com/office/drawing/2014/main" id="{03E3D478-DD78-F7DB-E789-2218BD60B9F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44128" y="3687279"/>
            <a:ext cx="3849573" cy="2574634"/>
          </a:xfrm>
          <a:prstGeom prst="rect">
            <a:avLst/>
          </a:prstGeom>
        </p:spPr>
      </p:pic>
      <p:sp>
        <p:nvSpPr>
          <p:cNvPr id="8" name="Rectangle 1">
            <a:extLst>
              <a:ext uri="{FF2B5EF4-FFF2-40B4-BE49-F238E27FC236}">
                <a16:creationId xmlns:a16="http://schemas.microsoft.com/office/drawing/2014/main" id="{DD2B9B57-A59E-A396-0630-623780FBE91A}"/>
              </a:ext>
            </a:extLst>
          </p:cNvPr>
          <p:cNvSpPr>
            <a:spLocks noChangeArrowheads="1"/>
          </p:cNvSpPr>
          <p:nvPr/>
        </p:nvSpPr>
        <p:spPr bwMode="auto">
          <a:xfrm>
            <a:off x="4609138" y="6261913"/>
            <a:ext cx="244169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lang="en-US" altLang="en-US" sz="1200" b="1" i="1" dirty="0">
                <a:latin typeface="Arial" panose="020B0604020202020204" pitchFamily="34" charset="0"/>
              </a:rPr>
              <a:t>3 O</a:t>
            </a:r>
            <a:r>
              <a:rPr kumimoji="0" lang="en-US" altLang="en-US" sz="1200" b="0" i="1" u="none" strike="noStrike" cap="none" normalizeH="0" baseline="0" dirty="0">
                <a:ln>
                  <a:noFill/>
                </a:ln>
                <a:solidFill>
                  <a:schemeClr val="tx1"/>
                </a:solidFill>
                <a:effectLst/>
                <a:latin typeface="Arial" panose="020B0604020202020204" pitchFamily="34" charset="0"/>
              </a:rPr>
              <a:t>verlap of software issues</a:t>
            </a:r>
          </a:p>
        </p:txBody>
      </p:sp>
      <p:pic>
        <p:nvPicPr>
          <p:cNvPr id="10" name="Picture 9">
            <a:extLst>
              <a:ext uri="{FF2B5EF4-FFF2-40B4-BE49-F238E27FC236}">
                <a16:creationId xmlns:a16="http://schemas.microsoft.com/office/drawing/2014/main" id="{F6D7A82C-B706-0DDA-E6C7-37A08CC36E0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92725" y="967770"/>
            <a:ext cx="2316413" cy="2316413"/>
          </a:xfrm>
          <a:prstGeom prst="rect">
            <a:avLst/>
          </a:prstGeom>
        </p:spPr>
      </p:pic>
      <p:pic>
        <p:nvPicPr>
          <p:cNvPr id="11" name="Picture 10">
            <a:extLst>
              <a:ext uri="{FF2B5EF4-FFF2-40B4-BE49-F238E27FC236}">
                <a16:creationId xmlns:a16="http://schemas.microsoft.com/office/drawing/2014/main" id="{F05588E3-734D-2DDF-D31D-922DCF32B95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224107" y="1053362"/>
            <a:ext cx="2223542" cy="2223542"/>
          </a:xfrm>
          <a:prstGeom prst="rect">
            <a:avLst/>
          </a:prstGeom>
        </p:spPr>
      </p:pic>
      <p:pic>
        <p:nvPicPr>
          <p:cNvPr id="12" name="Picture 11">
            <a:extLst>
              <a:ext uri="{FF2B5EF4-FFF2-40B4-BE49-F238E27FC236}">
                <a16:creationId xmlns:a16="http://schemas.microsoft.com/office/drawing/2014/main" id="{06EDB2AE-1769-A844-7103-F2F6A5112BD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126037" y="1053362"/>
            <a:ext cx="2285757" cy="2285757"/>
          </a:xfrm>
          <a:prstGeom prst="rect">
            <a:avLst/>
          </a:prstGeom>
        </p:spPr>
      </p:pic>
      <p:sp>
        <p:nvSpPr>
          <p:cNvPr id="6" name="Title 5"/>
          <p:cNvSpPr>
            <a:spLocks noGrp="1"/>
          </p:cNvSpPr>
          <p:nvPr>
            <p:ph type="title"/>
          </p:nvPr>
        </p:nvSpPr>
        <p:spPr>
          <a:xfrm>
            <a:off x="838199" y="131429"/>
            <a:ext cx="10515600" cy="433245"/>
          </a:xfrm>
        </p:spPr>
        <p:txBody>
          <a:bodyPr>
            <a:noAutofit/>
          </a:bodyPr>
          <a:lstStyle/>
          <a:p>
            <a:pPr algn="ctr"/>
            <a:r>
              <a:rPr lang="en-US" sz="2800" b="1" dirty="0">
                <a:latin typeface="Times New Roman" panose="02020603050405020304" pitchFamily="18" charset="0"/>
                <a:ea typeface="Times New Roman"/>
                <a:cs typeface="Times New Roman" panose="02020603050405020304" pitchFamily="18" charset="0"/>
                <a:sym typeface="Times New Roman"/>
              </a:rPr>
              <a:t>Introduction : </a:t>
            </a:r>
            <a:r>
              <a:rPr lang="en-US" sz="2800" dirty="0">
                <a:latin typeface="Times New Roman" panose="02020603050405020304" pitchFamily="18" charset="0"/>
                <a:ea typeface="Times New Roman"/>
                <a:cs typeface="Times New Roman" panose="02020603050405020304" pitchFamily="18" charset="0"/>
                <a:sym typeface="Times New Roman"/>
              </a:rPr>
              <a:t>Various nature of Software </a:t>
            </a:r>
            <a:r>
              <a:rPr lang="en-US" sz="2800" dirty="0" smtClean="0">
                <a:latin typeface="Times New Roman" panose="02020603050405020304" pitchFamily="18" charset="0"/>
                <a:ea typeface="Times New Roman"/>
                <a:cs typeface="Times New Roman" panose="02020603050405020304" pitchFamily="18" charset="0"/>
                <a:sym typeface="Times New Roman"/>
              </a:rPr>
              <a:t>Defects</a:t>
            </a:r>
            <a:endParaRPr lang="en-IN" sz="2800" dirty="0"/>
          </a:p>
        </p:txBody>
      </p:sp>
    </p:spTree>
    <p:extLst>
      <p:ext uri="{BB962C8B-B14F-4D97-AF65-F5344CB8AC3E}">
        <p14:creationId xmlns:p14="http://schemas.microsoft.com/office/powerpoint/2010/main" val="40254009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03570" y="113146"/>
            <a:ext cx="11105091" cy="387798"/>
          </a:xfrm>
          <a:noFill/>
          <a:ln>
            <a:noFill/>
          </a:ln>
        </p:spPr>
        <p:txBody>
          <a:bodyPr spcFirstLastPara="1" vert="horz" wrap="square" lIns="0" tIns="0" rIns="0" bIns="0" rtlCol="0" anchor="ctr" anchorCtr="0">
            <a:spAutoFit/>
          </a:bodyPr>
          <a:lstStyle/>
          <a:p>
            <a:pPr algn="ctr" defTabSz="914400">
              <a:lnSpc>
                <a:spcPct val="90000"/>
              </a:lnSpc>
              <a:spcBef>
                <a:spcPts val="0"/>
              </a:spcBef>
              <a:buClr>
                <a:srgbClr val="003154"/>
              </a:buClr>
              <a:buSzPts val="4000"/>
              <a:buFont typeface="Times New Roman"/>
            </a:pPr>
            <a:r>
              <a:rPr lang="en-US" sz="2800" b="1" dirty="0">
                <a:solidFill>
                  <a:schemeClr val="tx1"/>
                </a:solidFill>
                <a:latin typeface="Times New Roman" panose="02020603050405020304" pitchFamily="18" charset="0"/>
                <a:ea typeface="Times New Roman"/>
                <a:cs typeface="Times New Roman" panose="02020603050405020304" pitchFamily="18" charset="0"/>
              </a:rPr>
              <a:t>Literature Review</a:t>
            </a:r>
          </a:p>
        </p:txBody>
      </p:sp>
      <p:sp>
        <p:nvSpPr>
          <p:cNvPr id="4" name="Slide Number Placeholder 3"/>
          <p:cNvSpPr>
            <a:spLocks noGrp="1"/>
          </p:cNvSpPr>
          <p:nvPr>
            <p:ph type="sldNum" sz="quarter" idx="12"/>
          </p:nvPr>
        </p:nvSpPr>
        <p:spPr>
          <a:xfrm>
            <a:off x="10295682" y="6285154"/>
            <a:ext cx="1212979"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9954A3-9DFD-4C44-94BA-B95130A3BA1C}" type="slidenum">
              <a:rPr kumimoji="0" lang="en-US" sz="1000" b="0" i="0" u="none" strike="noStrike" kern="1200" cap="none" spc="0" normalizeH="0" baseline="0" noProof="0" smtClean="0">
                <a:ln>
                  <a:noFill/>
                </a:ln>
                <a:solidFill>
                  <a:schemeClr val="bg1">
                    <a:lumMod val="50000"/>
                  </a:schemeClr>
                </a:solidFill>
                <a:effectLst/>
                <a:uLnTx/>
                <a:uFillTx/>
                <a:latin typeface="Times New Roman" panose="02020603050405020304" pitchFamily="18" charset="0"/>
                <a:ea typeface="+mn-ea"/>
                <a:cs typeface="Times New Roman" panose="02020603050405020304" pitchFamily="18" charset="0"/>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mn-ea"/>
              <a:cs typeface="Times New Roman" panose="02020603050405020304" pitchFamily="18" charset="0"/>
            </a:endParaRPr>
          </a:p>
        </p:txBody>
      </p:sp>
      <p:sp>
        <p:nvSpPr>
          <p:cNvPr id="3" name="Date Placeholder 2"/>
          <p:cNvSpPr>
            <a:spLocks noGrp="1"/>
          </p:cNvSpPr>
          <p:nvPr>
            <p:ph type="dt" sz="half" idx="10"/>
          </p:nvPr>
        </p:nvSpPr>
        <p:spPr>
          <a:xfrm>
            <a:off x="664373" y="6285154"/>
            <a:ext cx="1752256" cy="365125"/>
          </a:xfrm>
        </p:spPr>
        <p:txBody>
          <a:bodyPr/>
          <a:lstStyle/>
          <a:p>
            <a:pPr algn="l"/>
            <a:fld id="{3ACF9CB3-472A-4BF6-BF47-D3B27E6AE516}" type="datetime1">
              <a:rPr lang="en-US" smtClean="0"/>
              <a:pPr algn="l"/>
              <a:t>12/6/2025</a:t>
            </a:fld>
            <a:endParaRPr lang="en-US" dirty="0"/>
          </a:p>
        </p:txBody>
      </p:sp>
      <p:sp>
        <p:nvSpPr>
          <p:cNvPr id="7" name="Rectangle 1"/>
          <p:cNvSpPr>
            <a:spLocks noChangeArrowheads="1"/>
          </p:cNvSpPr>
          <p:nvPr/>
        </p:nvSpPr>
        <p:spPr bwMode="auto">
          <a:xfrm>
            <a:off x="5105298" y="5801965"/>
            <a:ext cx="206851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4.</a:t>
            </a:r>
            <a:r>
              <a:rPr kumimoji="0" lang="en-US" altLang="en-US" sz="1200" b="0" i="1" u="none" strike="noStrike" cap="none" normalizeH="0" baseline="0" dirty="0">
                <a:ln>
                  <a:noFill/>
                </a:ln>
                <a:solidFill>
                  <a:schemeClr val="tx1"/>
                </a:solidFill>
                <a:effectLst/>
                <a:latin typeface="Arial" panose="020B0604020202020204" pitchFamily="34" charset="0"/>
              </a:rPr>
              <a:t> Literature Taxonomy</a:t>
            </a:r>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29904" y="1271126"/>
            <a:ext cx="6619302" cy="3881437"/>
          </a:xfrm>
        </p:spPr>
      </p:pic>
    </p:spTree>
    <p:extLst>
      <p:ext uri="{BB962C8B-B14F-4D97-AF65-F5344CB8AC3E}">
        <p14:creationId xmlns:p14="http://schemas.microsoft.com/office/powerpoint/2010/main" val="29696675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44010" y="113146"/>
            <a:ext cx="11105091" cy="387798"/>
          </a:xfrm>
          <a:noFill/>
          <a:ln>
            <a:noFill/>
          </a:ln>
        </p:spPr>
        <p:txBody>
          <a:bodyPr spcFirstLastPara="1" vert="horz" wrap="square" lIns="0" tIns="0" rIns="0" bIns="0" rtlCol="0" anchor="ctr" anchorCtr="0">
            <a:spAutoFit/>
          </a:bodyPr>
          <a:lstStyle/>
          <a:p>
            <a:pPr algn="ctr" defTabSz="914400">
              <a:lnSpc>
                <a:spcPct val="90000"/>
              </a:lnSpc>
              <a:spcBef>
                <a:spcPts val="0"/>
              </a:spcBef>
              <a:buClr>
                <a:srgbClr val="003154"/>
              </a:buClr>
              <a:buSzPts val="4000"/>
              <a:buFont typeface="Times New Roman"/>
            </a:pPr>
            <a:r>
              <a:rPr lang="en-US" sz="2800" b="1" dirty="0">
                <a:solidFill>
                  <a:schemeClr val="tx1"/>
                </a:solidFill>
                <a:latin typeface="Times New Roman" panose="02020603050405020304" pitchFamily="18" charset="0"/>
                <a:ea typeface="Times New Roman"/>
                <a:cs typeface="Times New Roman" panose="02020603050405020304" pitchFamily="18" charset="0"/>
              </a:rPr>
              <a:t>Literature Review</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618784875"/>
              </p:ext>
            </p:extLst>
          </p:nvPr>
        </p:nvGraphicFramePr>
        <p:xfrm>
          <a:off x="1047403" y="662213"/>
          <a:ext cx="10232967" cy="5489205"/>
        </p:xfrm>
        <a:graphic>
          <a:graphicData uri="http://schemas.openxmlformats.org/drawingml/2006/table">
            <a:tbl>
              <a:tblPr firstRow="1" bandRow="1">
                <a:tableStyleId>{21E4AEA4-8DFA-4A89-87EB-49C32662AFE0}</a:tableStyleId>
              </a:tblPr>
              <a:tblGrid>
                <a:gridCol w="1763039">
                  <a:extLst>
                    <a:ext uri="{9D8B030D-6E8A-4147-A177-3AD203B41FA5}">
                      <a16:colId xmlns:a16="http://schemas.microsoft.com/office/drawing/2014/main" val="1082573463"/>
                    </a:ext>
                  </a:extLst>
                </a:gridCol>
                <a:gridCol w="2233817">
                  <a:extLst>
                    <a:ext uri="{9D8B030D-6E8A-4147-A177-3AD203B41FA5}">
                      <a16:colId xmlns:a16="http://schemas.microsoft.com/office/drawing/2014/main" val="163431572"/>
                    </a:ext>
                  </a:extLst>
                </a:gridCol>
                <a:gridCol w="1847680">
                  <a:extLst>
                    <a:ext uri="{9D8B030D-6E8A-4147-A177-3AD203B41FA5}">
                      <a16:colId xmlns:a16="http://schemas.microsoft.com/office/drawing/2014/main" val="887218042"/>
                    </a:ext>
                  </a:extLst>
                </a:gridCol>
                <a:gridCol w="2683518">
                  <a:extLst>
                    <a:ext uri="{9D8B030D-6E8A-4147-A177-3AD203B41FA5}">
                      <a16:colId xmlns:a16="http://schemas.microsoft.com/office/drawing/2014/main" val="1465052291"/>
                    </a:ext>
                  </a:extLst>
                </a:gridCol>
                <a:gridCol w="1704913">
                  <a:extLst>
                    <a:ext uri="{9D8B030D-6E8A-4147-A177-3AD203B41FA5}">
                      <a16:colId xmlns:a16="http://schemas.microsoft.com/office/drawing/2014/main" val="3635685544"/>
                    </a:ext>
                  </a:extLst>
                </a:gridCol>
              </a:tblGrid>
              <a:tr h="491545">
                <a:tc>
                  <a:txBody>
                    <a:bodyPr/>
                    <a:lstStyle/>
                    <a:p>
                      <a:r>
                        <a:rPr lang="en-US" sz="1200" kern="1200" dirty="0"/>
                        <a:t>Author</a:t>
                      </a:r>
                      <a:r>
                        <a:rPr lang="en-US" sz="1200" dirty="0"/>
                        <a:t> </a:t>
                      </a:r>
                      <a:endParaRPr lang="en-US" sz="12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t>Title</a:t>
                      </a:r>
                      <a:endParaRPr lang="en-US" sz="12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t>Methodology</a:t>
                      </a:r>
                      <a:endParaRPr lang="en-US" sz="12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t>Dataset </a:t>
                      </a:r>
                      <a:endParaRPr lang="en-US" sz="12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t>Performance Metrics</a:t>
                      </a:r>
                      <a:endParaRPr lang="en-US" sz="1200" b="1"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99657947"/>
                  </a:ext>
                </a:extLst>
              </a:tr>
              <a:tr h="719121">
                <a:tc>
                  <a:txBody>
                    <a:bodyPr/>
                    <a:lstStyle/>
                    <a:p>
                      <a:r>
                        <a:rPr lang="en-IN" sz="1200" kern="1200" dirty="0" err="1">
                          <a:solidFill>
                            <a:schemeClr val="dk1"/>
                          </a:solidFill>
                          <a:latin typeface="Times New Roman" panose="02020603050405020304" pitchFamily="18" charset="0"/>
                          <a:ea typeface="+mn-ea"/>
                          <a:cs typeface="Times New Roman" panose="02020603050405020304" pitchFamily="18" charset="0"/>
                        </a:rPr>
                        <a:t>Lessmann</a:t>
                      </a:r>
                      <a:r>
                        <a:rPr lang="en-IN" sz="1200" kern="1200" dirty="0">
                          <a:solidFill>
                            <a:schemeClr val="dk1"/>
                          </a:solidFill>
                          <a:latin typeface="Times New Roman" panose="02020603050405020304" pitchFamily="18" charset="0"/>
                          <a:ea typeface="+mn-ea"/>
                          <a:cs typeface="Times New Roman" panose="02020603050405020304" pitchFamily="18" charset="0"/>
                        </a:rPr>
                        <a:t> et al.[1]</a:t>
                      </a:r>
                    </a:p>
                  </a:txBody>
                  <a:tcPr anchor="ctr"/>
                </a:tc>
                <a:tc>
                  <a:txBody>
                    <a:bodyPr/>
                    <a:lstStyle/>
                    <a:p>
                      <a:r>
                        <a:rPr lang="en-US" sz="1200" kern="1200" dirty="0">
                          <a:solidFill>
                            <a:schemeClr val="dk1"/>
                          </a:solidFill>
                          <a:latin typeface="Times New Roman" panose="02020603050405020304" pitchFamily="18" charset="0"/>
                          <a:ea typeface="+mn-ea"/>
                          <a:cs typeface="Times New Roman" panose="02020603050405020304" pitchFamily="18" charset="0"/>
                        </a:rPr>
                        <a:t>Benchmarking Classification Models for Software Defect Prediction</a:t>
                      </a:r>
                    </a:p>
                  </a:txBody>
                  <a:tcPr anchor="ctr"/>
                </a:tc>
                <a:tc>
                  <a:txBody>
                    <a:bodyPr/>
                    <a:lstStyle/>
                    <a:p>
                      <a:r>
                        <a:rPr lang="en-US" sz="1200" kern="1200" dirty="0">
                          <a:solidFill>
                            <a:schemeClr val="dk1"/>
                          </a:solidFill>
                          <a:latin typeface="Times New Roman" panose="02020603050405020304" pitchFamily="18" charset="0"/>
                          <a:ea typeface="+mn-ea"/>
                          <a:cs typeface="Times New Roman" panose="02020603050405020304" pitchFamily="18" charset="0"/>
                        </a:rPr>
                        <a:t>Supervised ML (Bayesian, SVM, RF, C4.5); Unsupervised (clustering)</a:t>
                      </a:r>
                    </a:p>
                  </a:txBody>
                  <a:tcPr anchor="ctr"/>
                </a:tc>
                <a:tc>
                  <a:txBody>
                    <a:bodyPr/>
                    <a:lstStyle/>
                    <a:p>
                      <a:r>
                        <a:rPr lang="en-IN" sz="1200" kern="1200" dirty="0">
                          <a:solidFill>
                            <a:schemeClr val="dk1"/>
                          </a:solidFill>
                          <a:latin typeface="Times New Roman" panose="02020603050405020304" pitchFamily="18" charset="0"/>
                          <a:ea typeface="+mn-ea"/>
                          <a:cs typeface="Times New Roman" panose="02020603050405020304" pitchFamily="18" charset="0"/>
                        </a:rPr>
                        <a:t>NASA (CM1, JM1), PROMISE</a:t>
                      </a:r>
                    </a:p>
                  </a:txBody>
                  <a:tcPr anchor="ctr"/>
                </a:tc>
                <a:tc>
                  <a:txBody>
                    <a:bodyPr/>
                    <a:lstStyle/>
                    <a:p>
                      <a:r>
                        <a:rPr lang="en-US" sz="1200" kern="1200" dirty="0">
                          <a:solidFill>
                            <a:schemeClr val="dk1"/>
                          </a:solidFill>
                          <a:latin typeface="Times New Roman" panose="02020603050405020304" pitchFamily="18" charset="0"/>
                          <a:ea typeface="+mn-ea"/>
                          <a:cs typeface="Times New Roman" panose="02020603050405020304" pitchFamily="18" charset="0"/>
                        </a:rPr>
                        <a:t>Accuracy: 70 %– 86 %</a:t>
                      </a:r>
                    </a:p>
                    <a:p>
                      <a:r>
                        <a:rPr lang="en-US" sz="1200" kern="1200" dirty="0">
                          <a:solidFill>
                            <a:schemeClr val="dk1"/>
                          </a:solidFill>
                          <a:latin typeface="Times New Roman" panose="02020603050405020304" pitchFamily="18" charset="0"/>
                          <a:ea typeface="+mn-ea"/>
                          <a:cs typeface="Times New Roman" panose="02020603050405020304" pitchFamily="18" charset="0"/>
                        </a:rPr>
                        <a:t>F1-score: 0.65% – 0.80%</a:t>
                      </a:r>
                    </a:p>
                  </a:txBody>
                  <a:tcPr anchor="ctr"/>
                </a:tc>
                <a:extLst>
                  <a:ext uri="{0D108BD9-81ED-4DB2-BD59-A6C34878D82A}">
                    <a16:rowId xmlns:a16="http://schemas.microsoft.com/office/drawing/2014/main" val="3167951747"/>
                  </a:ext>
                </a:extLst>
              </a:tr>
              <a:tr h="760924">
                <a:tc>
                  <a:txBody>
                    <a:bodyPr/>
                    <a:lstStyle/>
                    <a:p>
                      <a:r>
                        <a:rPr lang="en-IN" sz="1200" kern="1200" dirty="0" err="1">
                          <a:solidFill>
                            <a:schemeClr val="dk1"/>
                          </a:solidFill>
                          <a:latin typeface="Times New Roman" panose="02020603050405020304" pitchFamily="18" charset="0"/>
                          <a:ea typeface="+mn-ea"/>
                          <a:cs typeface="Times New Roman" panose="02020603050405020304" pitchFamily="18" charset="0"/>
                        </a:rPr>
                        <a:t>Khoshgoftaar</a:t>
                      </a:r>
                      <a:r>
                        <a:rPr lang="en-IN" sz="1200" kern="1200" dirty="0">
                          <a:solidFill>
                            <a:schemeClr val="dk1"/>
                          </a:solidFill>
                          <a:latin typeface="Times New Roman" panose="02020603050405020304" pitchFamily="18" charset="0"/>
                          <a:ea typeface="+mn-ea"/>
                          <a:cs typeface="Times New Roman" panose="02020603050405020304" pitchFamily="18" charset="0"/>
                        </a:rPr>
                        <a:t> &amp; Allen [2]</a:t>
                      </a:r>
                    </a:p>
                  </a:txBody>
                  <a:tcPr anchor="ctr"/>
                </a:tc>
                <a:tc>
                  <a:txBody>
                    <a:bodyPr/>
                    <a:lstStyle/>
                    <a:p>
                      <a:r>
                        <a:rPr lang="en-US" sz="1200" kern="1200" dirty="0">
                          <a:solidFill>
                            <a:schemeClr val="dk1"/>
                          </a:solidFill>
                          <a:latin typeface="Times New Roman" panose="02020603050405020304" pitchFamily="18" charset="0"/>
                          <a:ea typeface="+mn-ea"/>
                          <a:cs typeface="Times New Roman" panose="02020603050405020304" pitchFamily="18" charset="0"/>
                        </a:rPr>
                        <a:t>Attribute Selection and Imbalanced Data: Problems in Defect Prediction</a:t>
                      </a:r>
                    </a:p>
                  </a:txBody>
                  <a:tcPr anchor="ctr"/>
                </a:tc>
                <a:tc>
                  <a:txBody>
                    <a:bodyPr/>
                    <a:lstStyle/>
                    <a:p>
                      <a:r>
                        <a:rPr lang="en-US" sz="1200" kern="1200" dirty="0">
                          <a:solidFill>
                            <a:schemeClr val="dk1"/>
                          </a:solidFill>
                          <a:latin typeface="Times New Roman" panose="02020603050405020304" pitchFamily="18" charset="0"/>
                          <a:ea typeface="+mn-ea"/>
                          <a:cs typeface="Times New Roman" panose="02020603050405020304" pitchFamily="18" charset="0"/>
                        </a:rPr>
                        <a:t>Supervised ML (Logistic Regression, Decision Trees)</a:t>
                      </a:r>
                    </a:p>
                  </a:txBody>
                  <a:tcPr anchor="ctr"/>
                </a:tc>
                <a:tc>
                  <a:txBody>
                    <a:bodyPr/>
                    <a:lstStyle/>
                    <a:p>
                      <a:r>
                        <a:rPr lang="en-IN" sz="1200" kern="1200" dirty="0">
                          <a:solidFill>
                            <a:schemeClr val="dk1"/>
                          </a:solidFill>
                          <a:latin typeface="Times New Roman" panose="02020603050405020304" pitchFamily="18" charset="0"/>
                          <a:ea typeface="+mn-ea"/>
                          <a:cs typeface="Times New Roman" panose="02020603050405020304" pitchFamily="18" charset="0"/>
                        </a:rPr>
                        <a:t>NASA</a:t>
                      </a:r>
                    </a:p>
                  </a:txBody>
                  <a:tcPr anchor="ctr"/>
                </a:tc>
                <a:tc>
                  <a:txBody>
                    <a:bodyPr/>
                    <a:lstStyle/>
                    <a:p>
                      <a:r>
                        <a:rPr lang="en-IN" sz="1200" kern="1200" dirty="0">
                          <a:solidFill>
                            <a:schemeClr val="dk1"/>
                          </a:solidFill>
                          <a:latin typeface="Times New Roman" panose="02020603050405020304" pitchFamily="18" charset="0"/>
                          <a:ea typeface="+mn-ea"/>
                          <a:cs typeface="Times New Roman" panose="02020603050405020304" pitchFamily="18" charset="0"/>
                        </a:rPr>
                        <a:t>Accuracy: 66% – 78 %</a:t>
                      </a:r>
                    </a:p>
                  </a:txBody>
                  <a:tcPr anchor="ctr"/>
                </a:tc>
                <a:extLst>
                  <a:ext uri="{0D108BD9-81ED-4DB2-BD59-A6C34878D82A}">
                    <a16:rowId xmlns:a16="http://schemas.microsoft.com/office/drawing/2014/main" val="1589012351"/>
                  </a:ext>
                </a:extLst>
              </a:tr>
              <a:tr h="819829">
                <a:tc>
                  <a:txBody>
                    <a:bodyPr/>
                    <a:lstStyle/>
                    <a:p>
                      <a:r>
                        <a:rPr lang="en-IN" sz="1200" kern="1200" dirty="0" err="1">
                          <a:solidFill>
                            <a:schemeClr val="dk1"/>
                          </a:solidFill>
                          <a:latin typeface="Times New Roman" panose="02020603050405020304" pitchFamily="18" charset="0"/>
                          <a:ea typeface="+mn-ea"/>
                          <a:cs typeface="Times New Roman" panose="02020603050405020304" pitchFamily="18" charset="0"/>
                        </a:rPr>
                        <a:t>Catal</a:t>
                      </a:r>
                      <a:r>
                        <a:rPr lang="en-IN" sz="1200" kern="1200" dirty="0">
                          <a:solidFill>
                            <a:schemeClr val="dk1"/>
                          </a:solidFill>
                          <a:latin typeface="Times New Roman" panose="02020603050405020304" pitchFamily="18" charset="0"/>
                          <a:ea typeface="+mn-ea"/>
                          <a:cs typeface="Times New Roman" panose="02020603050405020304" pitchFamily="18" charset="0"/>
                        </a:rPr>
                        <a:t> &amp; </a:t>
                      </a:r>
                      <a:r>
                        <a:rPr lang="en-IN" sz="1200" kern="1200" dirty="0" err="1">
                          <a:solidFill>
                            <a:schemeClr val="dk1"/>
                          </a:solidFill>
                          <a:latin typeface="Times New Roman" panose="02020603050405020304" pitchFamily="18" charset="0"/>
                          <a:ea typeface="+mn-ea"/>
                          <a:cs typeface="Times New Roman" panose="02020603050405020304" pitchFamily="18" charset="0"/>
                        </a:rPr>
                        <a:t>Diri</a:t>
                      </a:r>
                      <a:r>
                        <a:rPr lang="en-IN" sz="1200" kern="1200" dirty="0">
                          <a:solidFill>
                            <a:schemeClr val="dk1"/>
                          </a:solidFill>
                          <a:latin typeface="Times New Roman" panose="02020603050405020304" pitchFamily="18" charset="0"/>
                          <a:ea typeface="+mn-ea"/>
                          <a:cs typeface="Times New Roman" panose="02020603050405020304" pitchFamily="18" charset="0"/>
                        </a:rPr>
                        <a:t> [3]</a:t>
                      </a:r>
                    </a:p>
                  </a:txBody>
                  <a:tcPr anchor="ctr"/>
                </a:tc>
                <a:tc>
                  <a:txBody>
                    <a:bodyPr/>
                    <a:lstStyle/>
                    <a:p>
                      <a:r>
                        <a:rPr lang="en-US" sz="1200" kern="1200" dirty="0">
                          <a:solidFill>
                            <a:schemeClr val="dk1"/>
                          </a:solidFill>
                          <a:latin typeface="Times New Roman" panose="02020603050405020304" pitchFamily="18" charset="0"/>
                          <a:ea typeface="+mn-ea"/>
                          <a:cs typeface="Times New Roman" panose="02020603050405020304" pitchFamily="18" charset="0"/>
                        </a:rPr>
                        <a:t>Investigating Tuning of Classification Parameters for Defect Prediction</a:t>
                      </a:r>
                    </a:p>
                  </a:txBody>
                  <a:tcPr anchor="ctr"/>
                </a:tc>
                <a:tc>
                  <a:txBody>
                    <a:bodyPr/>
                    <a:lstStyle/>
                    <a:p>
                      <a:r>
                        <a:rPr lang="en-US" sz="1200" kern="1200" dirty="0">
                          <a:solidFill>
                            <a:schemeClr val="dk1"/>
                          </a:solidFill>
                          <a:latin typeface="Times New Roman" panose="02020603050405020304" pitchFamily="18" charset="0"/>
                          <a:ea typeface="+mn-ea"/>
                          <a:cs typeface="Times New Roman" panose="02020603050405020304" pitchFamily="18" charset="0"/>
                        </a:rPr>
                        <a:t>Supervised ML (Naïve Bayes, KNN, SVM, Logistic Regression)</a:t>
                      </a:r>
                    </a:p>
                  </a:txBody>
                  <a:tcPr anchor="ctr"/>
                </a:tc>
                <a:tc>
                  <a:txBody>
                    <a:bodyPr/>
                    <a:lstStyle/>
                    <a:p>
                      <a:r>
                        <a:rPr lang="en-IN" sz="1200" kern="1200" dirty="0">
                          <a:solidFill>
                            <a:schemeClr val="dk1"/>
                          </a:solidFill>
                          <a:latin typeface="Times New Roman" panose="02020603050405020304" pitchFamily="18" charset="0"/>
                          <a:ea typeface="+mn-ea"/>
                          <a:cs typeface="Times New Roman" panose="02020603050405020304" pitchFamily="18" charset="0"/>
                        </a:rPr>
                        <a:t>PROMISE (JM1, KC1, PC1)</a:t>
                      </a:r>
                    </a:p>
                  </a:txBody>
                  <a:tcPr anchor="ctr"/>
                </a:tc>
                <a:tc>
                  <a:txBody>
                    <a:bodyPr/>
                    <a:lstStyle/>
                    <a:p>
                      <a:r>
                        <a:rPr lang="en-IN" sz="1200" kern="1200" dirty="0">
                          <a:solidFill>
                            <a:schemeClr val="dk1"/>
                          </a:solidFill>
                          <a:latin typeface="Times New Roman" panose="02020603050405020304" pitchFamily="18" charset="0"/>
                          <a:ea typeface="+mn-ea"/>
                          <a:cs typeface="Times New Roman" panose="02020603050405020304" pitchFamily="18" charset="0"/>
                        </a:rPr>
                        <a:t>Accuracy: 73%– 81 %</a:t>
                      </a:r>
                    </a:p>
                  </a:txBody>
                  <a:tcPr anchor="ctr"/>
                </a:tc>
                <a:extLst>
                  <a:ext uri="{0D108BD9-81ED-4DB2-BD59-A6C34878D82A}">
                    <a16:rowId xmlns:a16="http://schemas.microsoft.com/office/drawing/2014/main" val="2159432082"/>
                  </a:ext>
                </a:extLst>
              </a:tr>
              <a:tr h="847875">
                <a:tc>
                  <a:txBody>
                    <a:bodyPr/>
                    <a:lstStyle/>
                    <a:p>
                      <a:r>
                        <a:rPr lang="en-IN" sz="1200" kern="1200" dirty="0" err="1">
                          <a:solidFill>
                            <a:schemeClr val="dk1"/>
                          </a:solidFill>
                          <a:latin typeface="Times New Roman" panose="02020603050405020304" pitchFamily="18" charset="0"/>
                          <a:ea typeface="+mn-ea"/>
                          <a:cs typeface="Times New Roman" panose="02020603050405020304" pitchFamily="18" charset="0"/>
                        </a:rPr>
                        <a:t>Pascarella</a:t>
                      </a:r>
                      <a:r>
                        <a:rPr lang="en-IN" sz="1200" kern="1200" dirty="0">
                          <a:solidFill>
                            <a:schemeClr val="dk1"/>
                          </a:solidFill>
                          <a:latin typeface="Times New Roman" panose="02020603050405020304" pitchFamily="18" charset="0"/>
                          <a:ea typeface="+mn-ea"/>
                          <a:cs typeface="Times New Roman" panose="02020603050405020304" pitchFamily="18" charset="0"/>
                        </a:rPr>
                        <a:t> et al.[4]</a:t>
                      </a:r>
                    </a:p>
                  </a:txBody>
                  <a:tcPr anchor="ctr"/>
                </a:tc>
                <a:tc>
                  <a:txBody>
                    <a:bodyPr/>
                    <a:lstStyle/>
                    <a:p>
                      <a:r>
                        <a:rPr lang="en-US" sz="1200" kern="1200" dirty="0">
                          <a:solidFill>
                            <a:schemeClr val="dk1"/>
                          </a:solidFill>
                          <a:latin typeface="Times New Roman" panose="02020603050405020304" pitchFamily="18" charset="0"/>
                          <a:ea typeface="+mn-ea"/>
                          <a:cs typeface="Times New Roman" panose="02020603050405020304" pitchFamily="18" charset="0"/>
                        </a:rPr>
                        <a:t>Binary vs. Multiclass Defect Classification: An Empirical Study</a:t>
                      </a:r>
                    </a:p>
                  </a:txBody>
                  <a:tcPr anchor="ctr"/>
                </a:tc>
                <a:tc>
                  <a:txBody>
                    <a:bodyPr/>
                    <a:lstStyle/>
                    <a:p>
                      <a:r>
                        <a:rPr lang="en-IN" sz="1200" kern="1200" dirty="0">
                          <a:solidFill>
                            <a:schemeClr val="dk1"/>
                          </a:solidFill>
                          <a:latin typeface="Times New Roman" panose="02020603050405020304" pitchFamily="18" charset="0"/>
                          <a:ea typeface="+mn-ea"/>
                          <a:cs typeface="Times New Roman" panose="02020603050405020304" pitchFamily="18" charset="0"/>
                        </a:rPr>
                        <a:t>Supervised ML (KNN, NB, MLP, SVM)</a:t>
                      </a:r>
                    </a:p>
                  </a:txBody>
                  <a:tcPr anchor="ctr"/>
                </a:tc>
                <a:tc>
                  <a:txBody>
                    <a:bodyPr/>
                    <a:lstStyle/>
                    <a:p>
                      <a:r>
                        <a:rPr lang="en-IN" sz="1200" kern="1200">
                          <a:solidFill>
                            <a:schemeClr val="dk1"/>
                          </a:solidFill>
                          <a:latin typeface="Times New Roman" panose="02020603050405020304" pitchFamily="18" charset="0"/>
                          <a:ea typeface="+mn-ea"/>
                          <a:cs typeface="Times New Roman" panose="02020603050405020304" pitchFamily="18" charset="0"/>
                        </a:rPr>
                        <a:t>Apache &amp; Bugzilla (JIRA)</a:t>
                      </a:r>
                    </a:p>
                  </a:txBody>
                  <a:tcPr anchor="ctr"/>
                </a:tc>
                <a:tc>
                  <a:txBody>
                    <a:bodyPr/>
                    <a:lstStyle/>
                    <a:p>
                      <a:r>
                        <a:rPr lang="en-IN" sz="1200" kern="1200" dirty="0">
                          <a:solidFill>
                            <a:schemeClr val="dk1"/>
                          </a:solidFill>
                          <a:latin typeface="Times New Roman" panose="02020603050405020304" pitchFamily="18" charset="0"/>
                          <a:ea typeface="+mn-ea"/>
                          <a:cs typeface="Times New Roman" panose="02020603050405020304" pitchFamily="18" charset="0"/>
                        </a:rPr>
                        <a:t>F1-score: 0.71%</a:t>
                      </a:r>
                    </a:p>
                  </a:txBody>
                  <a:tcPr anchor="ctr"/>
                </a:tc>
                <a:extLst>
                  <a:ext uri="{0D108BD9-81ED-4DB2-BD59-A6C34878D82A}">
                    <a16:rowId xmlns:a16="http://schemas.microsoft.com/office/drawing/2014/main" val="3747596060"/>
                  </a:ext>
                </a:extLst>
              </a:tr>
              <a:tr h="693717">
                <a:tc>
                  <a:txBody>
                    <a:bodyPr/>
                    <a:lstStyle/>
                    <a:p>
                      <a:r>
                        <a:rPr lang="en-IN" sz="1200" kern="1200" dirty="0">
                          <a:solidFill>
                            <a:schemeClr val="dk1"/>
                          </a:solidFill>
                          <a:latin typeface="Times New Roman" panose="02020603050405020304" pitchFamily="18" charset="0"/>
                          <a:ea typeface="+mn-ea"/>
                          <a:cs typeface="Times New Roman" panose="02020603050405020304" pitchFamily="18" charset="0"/>
                        </a:rPr>
                        <a:t>Jiang et al. [5]</a:t>
                      </a:r>
                    </a:p>
                  </a:txBody>
                  <a:tcPr anchor="ctr"/>
                </a:tc>
                <a:tc>
                  <a:txBody>
                    <a:bodyPr/>
                    <a:lstStyle/>
                    <a:p>
                      <a:r>
                        <a:rPr lang="en-US" sz="1200" kern="1200" dirty="0">
                          <a:solidFill>
                            <a:schemeClr val="dk1"/>
                          </a:solidFill>
                          <a:latin typeface="Times New Roman" panose="02020603050405020304" pitchFamily="18" charset="0"/>
                          <a:ea typeface="+mn-ea"/>
                          <a:cs typeface="Times New Roman" panose="02020603050405020304" pitchFamily="18" charset="0"/>
                        </a:rPr>
                        <a:t>An Empirical Comparison of Classifiers for Cross-Project Defect Prediction</a:t>
                      </a:r>
                    </a:p>
                  </a:txBody>
                  <a:tcPr anchor="ctr"/>
                </a:tc>
                <a:tc>
                  <a:txBody>
                    <a:bodyPr/>
                    <a:lstStyle/>
                    <a:p>
                      <a:r>
                        <a:rPr lang="en-IN" sz="1200" kern="1200" dirty="0">
                          <a:solidFill>
                            <a:schemeClr val="dk1"/>
                          </a:solidFill>
                          <a:latin typeface="Times New Roman" panose="02020603050405020304" pitchFamily="18" charset="0"/>
                          <a:ea typeface="+mn-ea"/>
                          <a:cs typeface="Times New Roman" panose="02020603050405020304" pitchFamily="18" charset="0"/>
                        </a:rPr>
                        <a:t>Supervised ML (NB, KNN, SVM)</a:t>
                      </a:r>
                    </a:p>
                  </a:txBody>
                  <a:tcPr anchor="ctr"/>
                </a:tc>
                <a:tc>
                  <a:txBody>
                    <a:bodyPr/>
                    <a:lstStyle/>
                    <a:p>
                      <a:r>
                        <a:rPr lang="en-IN" sz="1200" kern="1200" dirty="0">
                          <a:solidFill>
                            <a:schemeClr val="dk1"/>
                          </a:solidFill>
                          <a:latin typeface="Times New Roman" panose="02020603050405020304" pitchFamily="18" charset="0"/>
                          <a:ea typeface="+mn-ea"/>
                          <a:cs typeface="Times New Roman" panose="02020603050405020304" pitchFamily="18" charset="0"/>
                        </a:rPr>
                        <a:t>NASA, AEEEM</a:t>
                      </a:r>
                    </a:p>
                  </a:txBody>
                  <a:tcPr anchor="ctr"/>
                </a:tc>
                <a:tc>
                  <a:txBody>
                    <a:bodyPr/>
                    <a:lstStyle/>
                    <a:p>
                      <a:r>
                        <a:rPr lang="en-IN" sz="1200" kern="1200" dirty="0">
                          <a:solidFill>
                            <a:schemeClr val="dk1"/>
                          </a:solidFill>
                          <a:latin typeface="Times New Roman" panose="02020603050405020304" pitchFamily="18" charset="0"/>
                          <a:ea typeface="+mn-ea"/>
                          <a:cs typeface="Times New Roman" panose="02020603050405020304" pitchFamily="18" charset="0"/>
                        </a:rPr>
                        <a:t>F1-score: 0.67% – 0.79%</a:t>
                      </a:r>
                    </a:p>
                  </a:txBody>
                  <a:tcPr anchor="ctr"/>
                </a:tc>
                <a:extLst>
                  <a:ext uri="{0D108BD9-81ED-4DB2-BD59-A6C34878D82A}">
                    <a16:rowId xmlns:a16="http://schemas.microsoft.com/office/drawing/2014/main" val="1554622686"/>
                  </a:ext>
                </a:extLst>
              </a:tr>
              <a:tr h="1156194">
                <a:tc>
                  <a:txBody>
                    <a:bodyPr/>
                    <a:lstStyle/>
                    <a:p>
                      <a:r>
                        <a:rPr lang="en-IN" sz="1200" kern="1200" dirty="0" err="1">
                          <a:solidFill>
                            <a:schemeClr val="dk1"/>
                          </a:solidFill>
                          <a:latin typeface="Times New Roman" panose="02020603050405020304" pitchFamily="18" charset="0"/>
                          <a:ea typeface="+mn-ea"/>
                          <a:cs typeface="Times New Roman" panose="02020603050405020304" pitchFamily="18" charset="0"/>
                        </a:rPr>
                        <a:t>Ghotra</a:t>
                      </a:r>
                      <a:r>
                        <a:rPr lang="en-IN" sz="1200" kern="1200" dirty="0">
                          <a:solidFill>
                            <a:schemeClr val="dk1"/>
                          </a:solidFill>
                          <a:latin typeface="Times New Roman" panose="02020603050405020304" pitchFamily="18" charset="0"/>
                          <a:ea typeface="+mn-ea"/>
                          <a:cs typeface="Times New Roman" panose="02020603050405020304" pitchFamily="18" charset="0"/>
                        </a:rPr>
                        <a:t> et al.[6]</a:t>
                      </a:r>
                    </a:p>
                  </a:txBody>
                  <a:tcPr anchor="ctr"/>
                </a:tc>
                <a:tc>
                  <a:txBody>
                    <a:bodyPr/>
                    <a:lstStyle/>
                    <a:p>
                      <a:r>
                        <a:rPr lang="en-US" sz="1200" kern="1200" dirty="0">
                          <a:solidFill>
                            <a:schemeClr val="dk1"/>
                          </a:solidFill>
                          <a:latin typeface="Times New Roman" panose="02020603050405020304" pitchFamily="18" charset="0"/>
                          <a:ea typeface="+mn-ea"/>
                          <a:cs typeface="Times New Roman" panose="02020603050405020304" pitchFamily="18" charset="0"/>
                        </a:rPr>
                        <a:t>Revisiting the Impact of Classification Techniques on Defect Prediction</a:t>
                      </a:r>
                    </a:p>
                  </a:txBody>
                  <a:tcPr anchor="ctr"/>
                </a:tc>
                <a:tc>
                  <a:txBody>
                    <a:bodyPr/>
                    <a:lstStyle/>
                    <a:p>
                      <a:r>
                        <a:rPr lang="en-IN" sz="1200" kern="1200" dirty="0">
                          <a:solidFill>
                            <a:schemeClr val="dk1"/>
                          </a:solidFill>
                          <a:latin typeface="Times New Roman" panose="02020603050405020304" pitchFamily="18" charset="0"/>
                          <a:ea typeface="+mn-ea"/>
                          <a:cs typeface="Times New Roman" panose="02020603050405020304" pitchFamily="18" charset="0"/>
                        </a:rPr>
                        <a:t>Supervised ML (DT, SVM, NB, Neural Nets)</a:t>
                      </a:r>
                    </a:p>
                  </a:txBody>
                  <a:tcPr anchor="ctr"/>
                </a:tc>
                <a:tc>
                  <a:txBody>
                    <a:bodyPr/>
                    <a:lstStyle/>
                    <a:p>
                      <a:r>
                        <a:rPr lang="en-IN" sz="1200" kern="1200" dirty="0">
                          <a:solidFill>
                            <a:schemeClr val="dk1"/>
                          </a:solidFill>
                          <a:latin typeface="Times New Roman" panose="02020603050405020304" pitchFamily="18" charset="0"/>
                          <a:ea typeface="+mn-ea"/>
                          <a:cs typeface="Times New Roman" panose="02020603050405020304" pitchFamily="18" charset="0"/>
                        </a:rPr>
                        <a:t>PROMISE</a:t>
                      </a:r>
                    </a:p>
                  </a:txBody>
                  <a:tcPr anchor="ctr"/>
                </a:tc>
                <a:tc>
                  <a:txBody>
                    <a:bodyPr/>
                    <a:lstStyle/>
                    <a:p>
                      <a:r>
                        <a:rPr lang="en-IN" sz="1200" kern="1200" dirty="0">
                          <a:solidFill>
                            <a:schemeClr val="dk1"/>
                          </a:solidFill>
                          <a:latin typeface="Times New Roman" panose="02020603050405020304" pitchFamily="18" charset="0"/>
                          <a:ea typeface="+mn-ea"/>
                          <a:cs typeface="Times New Roman" panose="02020603050405020304" pitchFamily="18" charset="0"/>
                        </a:rPr>
                        <a:t>Accuracy: 70% – 85 %</a:t>
                      </a:r>
                    </a:p>
                  </a:txBody>
                  <a:tcPr anchor="ctr"/>
                </a:tc>
                <a:extLst>
                  <a:ext uri="{0D108BD9-81ED-4DB2-BD59-A6C34878D82A}">
                    <a16:rowId xmlns:a16="http://schemas.microsoft.com/office/drawing/2014/main" val="3960636291"/>
                  </a:ext>
                </a:extLst>
              </a:tr>
            </a:tbl>
          </a:graphicData>
        </a:graphic>
      </p:graphicFrame>
      <p:sp>
        <p:nvSpPr>
          <p:cNvPr id="4" name="Slide Number Placeholder 3"/>
          <p:cNvSpPr>
            <a:spLocks noGrp="1"/>
          </p:cNvSpPr>
          <p:nvPr>
            <p:ph type="sldNum" sz="quarter" idx="12"/>
          </p:nvPr>
        </p:nvSpPr>
        <p:spPr>
          <a:xfrm>
            <a:off x="11088783" y="6406487"/>
            <a:ext cx="683339"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9954A3-9DFD-4C44-94BA-B95130A3BA1C}" type="slidenum">
              <a:rPr kumimoji="0" lang="en-US" sz="1000" b="0" i="0" u="none" strike="noStrike" kern="1200" cap="none" spc="0" normalizeH="0" baseline="0" noProof="0" smtClean="0">
                <a:ln>
                  <a:noFill/>
                </a:ln>
                <a:solidFill>
                  <a:schemeClr val="bg1">
                    <a:lumMod val="50000"/>
                  </a:schemeClr>
                </a:solidFill>
                <a:effectLst/>
                <a:uLnTx/>
                <a:uFillTx/>
                <a:latin typeface="Times New Roman" panose="02020603050405020304" pitchFamily="18" charset="0"/>
                <a:ea typeface="+mn-ea"/>
                <a:cs typeface="Times New Roman" panose="02020603050405020304" pitchFamily="18" charset="0"/>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mn-ea"/>
              <a:cs typeface="Times New Roman" panose="02020603050405020304" pitchFamily="18" charset="0"/>
            </a:endParaRPr>
          </a:p>
        </p:txBody>
      </p:sp>
      <p:sp>
        <p:nvSpPr>
          <p:cNvPr id="8" name="Date Placeholder 7"/>
          <p:cNvSpPr>
            <a:spLocks noGrp="1"/>
          </p:cNvSpPr>
          <p:nvPr>
            <p:ph type="dt" sz="half" idx="10"/>
          </p:nvPr>
        </p:nvSpPr>
        <p:spPr>
          <a:xfrm>
            <a:off x="-93306" y="6406487"/>
            <a:ext cx="805593" cy="365125"/>
          </a:xfrm>
        </p:spPr>
        <p:txBody>
          <a:bodyPr/>
          <a:lstStyle/>
          <a:p>
            <a:fld id="{71AD57CA-5E9E-4570-86DF-5D5E231A1FAB}" type="datetime1">
              <a:rPr lang="en-US" smtClean="0"/>
              <a:t>12/6/2025</a:t>
            </a:fld>
            <a:endParaRPr lang="en-US" dirty="0"/>
          </a:p>
        </p:txBody>
      </p:sp>
    </p:spTree>
    <p:extLst>
      <p:ext uri="{BB962C8B-B14F-4D97-AF65-F5344CB8AC3E}">
        <p14:creationId xmlns:p14="http://schemas.microsoft.com/office/powerpoint/2010/main" val="31126296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44010" y="113146"/>
            <a:ext cx="11105091" cy="387798"/>
          </a:xfrm>
          <a:noFill/>
          <a:ln>
            <a:noFill/>
          </a:ln>
        </p:spPr>
        <p:txBody>
          <a:bodyPr spcFirstLastPara="1" vert="horz" wrap="square" lIns="0" tIns="0" rIns="0" bIns="0" rtlCol="0" anchor="ctr" anchorCtr="0">
            <a:spAutoFit/>
          </a:bodyPr>
          <a:lstStyle/>
          <a:p>
            <a:pPr algn="ctr" defTabSz="914400">
              <a:lnSpc>
                <a:spcPct val="90000"/>
              </a:lnSpc>
              <a:spcBef>
                <a:spcPts val="0"/>
              </a:spcBef>
              <a:buClr>
                <a:srgbClr val="003154"/>
              </a:buClr>
              <a:buSzPts val="4000"/>
              <a:buFont typeface="Times New Roman"/>
            </a:pPr>
            <a:r>
              <a:rPr lang="en-US" sz="2800" b="1" dirty="0">
                <a:solidFill>
                  <a:schemeClr val="tx1"/>
                </a:solidFill>
                <a:latin typeface="Times New Roman" panose="02020603050405020304" pitchFamily="18" charset="0"/>
                <a:ea typeface="Times New Roman"/>
                <a:cs typeface="Times New Roman" panose="02020603050405020304" pitchFamily="18" charset="0"/>
              </a:rPr>
              <a:t>Literature Review</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480702297"/>
              </p:ext>
            </p:extLst>
          </p:nvPr>
        </p:nvGraphicFramePr>
        <p:xfrm>
          <a:off x="1047403" y="662213"/>
          <a:ext cx="10232967" cy="5489205"/>
        </p:xfrm>
        <a:graphic>
          <a:graphicData uri="http://schemas.openxmlformats.org/drawingml/2006/table">
            <a:tbl>
              <a:tblPr firstRow="1" bandRow="1">
                <a:tableStyleId>{21E4AEA4-8DFA-4A89-87EB-49C32662AFE0}</a:tableStyleId>
              </a:tblPr>
              <a:tblGrid>
                <a:gridCol w="1763039">
                  <a:extLst>
                    <a:ext uri="{9D8B030D-6E8A-4147-A177-3AD203B41FA5}">
                      <a16:colId xmlns:a16="http://schemas.microsoft.com/office/drawing/2014/main" val="1082573463"/>
                    </a:ext>
                  </a:extLst>
                </a:gridCol>
                <a:gridCol w="2233817">
                  <a:extLst>
                    <a:ext uri="{9D8B030D-6E8A-4147-A177-3AD203B41FA5}">
                      <a16:colId xmlns:a16="http://schemas.microsoft.com/office/drawing/2014/main" val="163431572"/>
                    </a:ext>
                  </a:extLst>
                </a:gridCol>
                <a:gridCol w="1847680">
                  <a:extLst>
                    <a:ext uri="{9D8B030D-6E8A-4147-A177-3AD203B41FA5}">
                      <a16:colId xmlns:a16="http://schemas.microsoft.com/office/drawing/2014/main" val="887218042"/>
                    </a:ext>
                  </a:extLst>
                </a:gridCol>
                <a:gridCol w="2683518">
                  <a:extLst>
                    <a:ext uri="{9D8B030D-6E8A-4147-A177-3AD203B41FA5}">
                      <a16:colId xmlns:a16="http://schemas.microsoft.com/office/drawing/2014/main" val="1465052291"/>
                    </a:ext>
                  </a:extLst>
                </a:gridCol>
                <a:gridCol w="1704913">
                  <a:extLst>
                    <a:ext uri="{9D8B030D-6E8A-4147-A177-3AD203B41FA5}">
                      <a16:colId xmlns:a16="http://schemas.microsoft.com/office/drawing/2014/main" val="3635685544"/>
                    </a:ext>
                  </a:extLst>
                </a:gridCol>
              </a:tblGrid>
              <a:tr h="491545">
                <a:tc>
                  <a:txBody>
                    <a:bodyPr/>
                    <a:lstStyle/>
                    <a:p>
                      <a:r>
                        <a:rPr lang="en-US" sz="1200" dirty="0"/>
                        <a:t>Author </a:t>
                      </a:r>
                      <a:endParaRPr lang="en-US" sz="12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t>Title</a:t>
                      </a:r>
                      <a:endParaRPr lang="en-US" sz="12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t>Methodology</a:t>
                      </a:r>
                      <a:endParaRPr lang="en-US" sz="12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t>Dataset </a:t>
                      </a:r>
                      <a:endParaRPr lang="en-US" sz="12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t>Performance Metrics</a:t>
                      </a:r>
                      <a:endParaRPr lang="en-US" sz="1200" b="1"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99657947"/>
                  </a:ext>
                </a:extLst>
              </a:tr>
              <a:tr h="719121">
                <a:tc>
                  <a:txBody>
                    <a:bodyPr/>
                    <a:lstStyle/>
                    <a:p>
                      <a:pPr marL="0" algn="l" defTabSz="457200" rtl="0" eaLnBrk="1" latinLnBrk="0" hangingPunct="1"/>
                      <a:r>
                        <a:rPr lang="en-IN" sz="1200" kern="1200" dirty="0" err="1">
                          <a:solidFill>
                            <a:schemeClr val="dk1"/>
                          </a:solidFill>
                          <a:latin typeface="Times New Roman" panose="02020603050405020304" pitchFamily="18" charset="0"/>
                          <a:ea typeface="+mn-ea"/>
                          <a:cs typeface="Times New Roman" panose="02020603050405020304" pitchFamily="18" charset="0"/>
                        </a:rPr>
                        <a:t>Qiu</a:t>
                      </a:r>
                      <a:r>
                        <a:rPr lang="en-IN" sz="1200" kern="1200" dirty="0">
                          <a:solidFill>
                            <a:schemeClr val="dk1"/>
                          </a:solidFill>
                          <a:latin typeface="Times New Roman" panose="02020603050405020304" pitchFamily="18" charset="0"/>
                          <a:ea typeface="+mn-ea"/>
                          <a:cs typeface="Times New Roman" panose="02020603050405020304" pitchFamily="18" charset="0"/>
                        </a:rPr>
                        <a:t> et al. [7]</a:t>
                      </a:r>
                    </a:p>
                  </a:txBody>
                  <a:tcPr anchor="ctr"/>
                </a:tc>
                <a:tc>
                  <a:txBody>
                    <a:bodyPr/>
                    <a:lstStyle/>
                    <a:p>
                      <a:pPr marL="0" algn="l" defTabSz="457200" rtl="0" eaLnBrk="1" latinLnBrk="0" hangingPunct="1"/>
                      <a:r>
                        <a:rPr lang="en-US" sz="1200" kern="1200" dirty="0">
                          <a:solidFill>
                            <a:schemeClr val="dk1"/>
                          </a:solidFill>
                          <a:latin typeface="Times New Roman" panose="02020603050405020304" pitchFamily="18" charset="0"/>
                          <a:ea typeface="+mn-ea"/>
                          <a:cs typeface="Times New Roman" panose="02020603050405020304" pitchFamily="18" charset="0"/>
                        </a:rPr>
                        <a:t>TCNN + DBN for Cross-Project Vulnerability Prediction</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Transfer-CNN + Deep Belief Network</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PROMISE</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F1 (Log4j): 0.702%</a:t>
                      </a:r>
                    </a:p>
                  </a:txBody>
                  <a:tcPr anchor="ctr"/>
                </a:tc>
                <a:extLst>
                  <a:ext uri="{0D108BD9-81ED-4DB2-BD59-A6C34878D82A}">
                    <a16:rowId xmlns:a16="http://schemas.microsoft.com/office/drawing/2014/main" val="3167951747"/>
                  </a:ext>
                </a:extLst>
              </a:tr>
              <a:tr h="760924">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Liang et al. [8]</a:t>
                      </a:r>
                    </a:p>
                  </a:txBody>
                  <a:tcPr anchor="ctr"/>
                </a:tc>
                <a:tc>
                  <a:txBody>
                    <a:bodyPr/>
                    <a:lstStyle/>
                    <a:p>
                      <a:pPr marL="0" algn="l" defTabSz="457200" rtl="0" eaLnBrk="1" latinLnBrk="0" hangingPunct="1"/>
                      <a:r>
                        <a:rPr lang="en-US" sz="1200" kern="1200" dirty="0">
                          <a:solidFill>
                            <a:schemeClr val="dk1"/>
                          </a:solidFill>
                          <a:latin typeface="Times New Roman" panose="02020603050405020304" pitchFamily="18" charset="0"/>
                          <a:ea typeface="+mn-ea"/>
                          <a:cs typeface="Times New Roman" panose="02020603050405020304" pitchFamily="18" charset="0"/>
                        </a:rPr>
                        <a:t>LSTM-Based Defect Prediction with Improved Sampling</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LSTM + ISDA (sampling-based augmentation)</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PROMISE, GitHub</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+ 8.2 % F1 over DBN/ISDA</a:t>
                      </a:r>
                    </a:p>
                  </a:txBody>
                  <a:tcPr anchor="ctr"/>
                </a:tc>
                <a:extLst>
                  <a:ext uri="{0D108BD9-81ED-4DB2-BD59-A6C34878D82A}">
                    <a16:rowId xmlns:a16="http://schemas.microsoft.com/office/drawing/2014/main" val="1589012351"/>
                  </a:ext>
                </a:extLst>
              </a:tr>
              <a:tr h="819829">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Fan et al. [9]</a:t>
                      </a:r>
                    </a:p>
                  </a:txBody>
                  <a:tcPr anchor="ctr"/>
                </a:tc>
                <a:tc>
                  <a:txBody>
                    <a:bodyPr/>
                    <a:lstStyle/>
                    <a:p>
                      <a:pPr marL="0" algn="l" defTabSz="457200" rtl="0" eaLnBrk="1" latinLnBrk="0" hangingPunct="1"/>
                      <a:r>
                        <a:rPr lang="en-US" sz="1200" kern="1200" dirty="0">
                          <a:solidFill>
                            <a:schemeClr val="dk1"/>
                          </a:solidFill>
                          <a:latin typeface="Times New Roman" panose="02020603050405020304" pitchFamily="18" charset="0"/>
                          <a:ea typeface="+mn-ea"/>
                          <a:cs typeface="Times New Roman" panose="02020603050405020304" pitchFamily="18" charset="0"/>
                        </a:rPr>
                        <a:t>Attention-RNN for Apache Defect Prediction</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Attention-based RNN</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Apache projects</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F1 ↑ 14 %; AUC ↑ 7 %</a:t>
                      </a:r>
                    </a:p>
                  </a:txBody>
                  <a:tcPr anchor="ctr"/>
                </a:tc>
                <a:extLst>
                  <a:ext uri="{0D108BD9-81ED-4DB2-BD59-A6C34878D82A}">
                    <a16:rowId xmlns:a16="http://schemas.microsoft.com/office/drawing/2014/main" val="2159432082"/>
                  </a:ext>
                </a:extLst>
              </a:tr>
              <a:tr h="847875">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Gao &amp; Wang [10]</a:t>
                      </a:r>
                    </a:p>
                  </a:txBody>
                  <a:tcPr anchor="ctr"/>
                </a:tc>
                <a:tc>
                  <a:txBody>
                    <a:bodyPr/>
                    <a:lstStyle/>
                    <a:p>
                      <a:pPr marL="0" algn="l" defTabSz="457200" rtl="0" eaLnBrk="1" latinLnBrk="0" hangingPunct="1"/>
                      <a:r>
                        <a:rPr lang="en-US" sz="1200" kern="1200" dirty="0">
                          <a:solidFill>
                            <a:schemeClr val="dk1"/>
                          </a:solidFill>
                          <a:latin typeface="Times New Roman" panose="02020603050405020304" pitchFamily="18" charset="0"/>
                          <a:ea typeface="+mn-ea"/>
                          <a:cs typeface="Times New Roman" panose="02020603050405020304" pitchFamily="18" charset="0"/>
                        </a:rPr>
                        <a:t>MLP with SMOTE Sampling for Defect Prediction</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Multilayer Perceptron + SMOTE</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PROMISE, Eclipse</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AUC up to 0.8501%</a:t>
                      </a:r>
                    </a:p>
                  </a:txBody>
                  <a:tcPr anchor="ctr"/>
                </a:tc>
                <a:extLst>
                  <a:ext uri="{0D108BD9-81ED-4DB2-BD59-A6C34878D82A}">
                    <a16:rowId xmlns:a16="http://schemas.microsoft.com/office/drawing/2014/main" val="3747596060"/>
                  </a:ext>
                </a:extLst>
              </a:tr>
              <a:tr h="693717">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Dong et al. [11]</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DNN-Based Android Defect Prediction</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Deep Neural Network</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GitHub (Android)</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AUC = 0.8598%</a:t>
                      </a:r>
                    </a:p>
                  </a:txBody>
                  <a:tcPr anchor="ctr"/>
                </a:tc>
                <a:extLst>
                  <a:ext uri="{0D108BD9-81ED-4DB2-BD59-A6C34878D82A}">
                    <a16:rowId xmlns:a16="http://schemas.microsoft.com/office/drawing/2014/main" val="1554622686"/>
                  </a:ext>
                </a:extLst>
              </a:tr>
              <a:tr h="1156194">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Phan et al. [12]</a:t>
                      </a:r>
                    </a:p>
                  </a:txBody>
                  <a:tcPr anchor="ctr"/>
                </a:tc>
                <a:tc>
                  <a:txBody>
                    <a:bodyPr/>
                    <a:lstStyle/>
                    <a:p>
                      <a:pPr marL="0" algn="l" defTabSz="457200" rtl="0" eaLnBrk="1" latinLnBrk="0" hangingPunct="1"/>
                      <a:r>
                        <a:rPr lang="en-US" sz="1200" kern="1200" dirty="0">
                          <a:solidFill>
                            <a:schemeClr val="dk1"/>
                          </a:solidFill>
                          <a:latin typeface="Times New Roman" panose="02020603050405020304" pitchFamily="18" charset="0"/>
                          <a:ea typeface="+mn-ea"/>
                          <a:cs typeface="Times New Roman" panose="02020603050405020304" pitchFamily="18" charset="0"/>
                        </a:rPr>
                        <a:t>CNN for Software Defect Prediction on Large Code Graphs</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Convolutional Neural Network</a:t>
                      </a:r>
                    </a:p>
                  </a:txBody>
                  <a:tcPr anchor="ctr"/>
                </a:tc>
                <a:tc>
                  <a:txBody>
                    <a:bodyPr/>
                    <a:lstStyle/>
                    <a:p>
                      <a:pPr marL="0" algn="l" defTabSz="457200" rtl="0" eaLnBrk="1" latinLnBrk="0" hangingPunct="1"/>
                      <a:r>
                        <a:rPr lang="en-IN" sz="1200" kern="1200" dirty="0">
                          <a:solidFill>
                            <a:schemeClr val="dk1"/>
                          </a:solidFill>
                          <a:latin typeface="Times New Roman" panose="02020603050405020304" pitchFamily="18" charset="0"/>
                          <a:ea typeface="+mn-ea"/>
                          <a:cs typeface="Times New Roman" panose="02020603050405020304" pitchFamily="18" charset="0"/>
                        </a:rPr>
                        <a:t>GitHub</a:t>
                      </a:r>
                    </a:p>
                  </a:txBody>
                  <a:tcPr anchor="ctr"/>
                </a:tc>
                <a:tc>
                  <a:txBody>
                    <a:bodyPr/>
                    <a:lstStyle/>
                    <a:p>
                      <a:pPr marL="0" algn="l" defTabSz="457200" rtl="0" eaLnBrk="1" latinLnBrk="0" hangingPunct="1"/>
                      <a:r>
                        <a:rPr lang="en-US" sz="1200" kern="1200" dirty="0">
                          <a:solidFill>
                            <a:schemeClr val="dk1"/>
                          </a:solidFill>
                          <a:latin typeface="Times New Roman" panose="02020603050405020304" pitchFamily="18" charset="0"/>
                          <a:ea typeface="+mn-ea"/>
                          <a:cs typeface="Times New Roman" panose="02020603050405020304" pitchFamily="18" charset="0"/>
                        </a:rPr>
                        <a:t>Outperforms standard ML on graph data (no single metric)</a:t>
                      </a:r>
                    </a:p>
                  </a:txBody>
                  <a:tcPr anchor="ctr"/>
                </a:tc>
                <a:extLst>
                  <a:ext uri="{0D108BD9-81ED-4DB2-BD59-A6C34878D82A}">
                    <a16:rowId xmlns:a16="http://schemas.microsoft.com/office/drawing/2014/main" val="3960636291"/>
                  </a:ext>
                </a:extLst>
              </a:tr>
            </a:tbl>
          </a:graphicData>
        </a:graphic>
      </p:graphicFrame>
      <p:sp>
        <p:nvSpPr>
          <p:cNvPr id="4" name="Slide Number Placeholder 3"/>
          <p:cNvSpPr>
            <a:spLocks noGrp="1"/>
          </p:cNvSpPr>
          <p:nvPr>
            <p:ph type="sldNum" sz="quarter" idx="12"/>
          </p:nvPr>
        </p:nvSpPr>
        <p:spPr>
          <a:xfrm>
            <a:off x="11088783" y="6406487"/>
            <a:ext cx="683339"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9954A3-9DFD-4C44-94BA-B95130A3BA1C}" type="slidenum">
              <a:rPr kumimoji="0" lang="en-US" sz="1000" b="0" i="0" u="none" strike="noStrike" kern="1200" cap="none" spc="0" normalizeH="0" baseline="0" noProof="0" smtClean="0">
                <a:ln>
                  <a:noFill/>
                </a:ln>
                <a:solidFill>
                  <a:schemeClr val="bg1">
                    <a:lumMod val="50000"/>
                  </a:schemeClr>
                </a:solidFill>
                <a:effectLst/>
                <a:uLnTx/>
                <a:uFillTx/>
                <a:latin typeface="Times New Roman" panose="02020603050405020304" pitchFamily="18" charset="0"/>
                <a:ea typeface="+mn-ea"/>
                <a:cs typeface="Times New Roman" panose="02020603050405020304" pitchFamily="18" charset="0"/>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mn-ea"/>
              <a:cs typeface="Times New Roman" panose="02020603050405020304" pitchFamily="18" charset="0"/>
            </a:endParaRPr>
          </a:p>
        </p:txBody>
      </p:sp>
      <p:sp>
        <p:nvSpPr>
          <p:cNvPr id="8" name="Date Placeholder 7"/>
          <p:cNvSpPr>
            <a:spLocks noGrp="1"/>
          </p:cNvSpPr>
          <p:nvPr>
            <p:ph type="dt" sz="half" idx="10"/>
          </p:nvPr>
        </p:nvSpPr>
        <p:spPr>
          <a:xfrm>
            <a:off x="-93306" y="6406487"/>
            <a:ext cx="805593" cy="365125"/>
          </a:xfrm>
        </p:spPr>
        <p:txBody>
          <a:bodyPr/>
          <a:lstStyle/>
          <a:p>
            <a:fld id="{71AD57CA-5E9E-4570-86DF-5D5E231A1FAB}" type="datetime1">
              <a:rPr lang="en-US" smtClean="0"/>
              <a:t>12/6/2025</a:t>
            </a:fld>
            <a:endParaRPr lang="en-US" dirty="0"/>
          </a:p>
        </p:txBody>
      </p:sp>
    </p:spTree>
    <p:extLst>
      <p:ext uri="{BB962C8B-B14F-4D97-AF65-F5344CB8AC3E}">
        <p14:creationId xmlns:p14="http://schemas.microsoft.com/office/powerpoint/2010/main" val="23084882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44010" y="113146"/>
            <a:ext cx="11105091" cy="387798"/>
          </a:xfrm>
          <a:noFill/>
          <a:ln>
            <a:noFill/>
          </a:ln>
        </p:spPr>
        <p:txBody>
          <a:bodyPr spcFirstLastPara="1" vert="horz" wrap="square" lIns="0" tIns="0" rIns="0" bIns="0" rtlCol="0" anchor="ctr" anchorCtr="0">
            <a:spAutoFit/>
          </a:bodyPr>
          <a:lstStyle/>
          <a:p>
            <a:pPr algn="ctr" defTabSz="914400">
              <a:lnSpc>
                <a:spcPct val="90000"/>
              </a:lnSpc>
              <a:spcBef>
                <a:spcPts val="0"/>
              </a:spcBef>
              <a:buClr>
                <a:srgbClr val="003154"/>
              </a:buClr>
              <a:buSzPts val="4000"/>
              <a:buFont typeface="Times New Roman"/>
            </a:pPr>
            <a:r>
              <a:rPr lang="en-US" sz="2800" b="1" dirty="0">
                <a:solidFill>
                  <a:schemeClr val="tx1"/>
                </a:solidFill>
                <a:latin typeface="Times New Roman" panose="02020603050405020304" pitchFamily="18" charset="0"/>
                <a:ea typeface="Times New Roman"/>
                <a:cs typeface="Times New Roman" panose="02020603050405020304" pitchFamily="18" charset="0"/>
              </a:rPr>
              <a:t>Literature Review</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061188760"/>
              </p:ext>
            </p:extLst>
          </p:nvPr>
        </p:nvGraphicFramePr>
        <p:xfrm>
          <a:off x="744010" y="852105"/>
          <a:ext cx="10303435" cy="5411567"/>
        </p:xfrm>
        <a:graphic>
          <a:graphicData uri="http://schemas.openxmlformats.org/drawingml/2006/table">
            <a:tbl>
              <a:tblPr firstRow="1" bandRow="1">
                <a:tableStyleId>{21E4AEA4-8DFA-4A89-87EB-49C32662AFE0}</a:tableStyleId>
              </a:tblPr>
              <a:tblGrid>
                <a:gridCol w="1660552">
                  <a:extLst>
                    <a:ext uri="{9D8B030D-6E8A-4147-A177-3AD203B41FA5}">
                      <a16:colId xmlns:a16="http://schemas.microsoft.com/office/drawing/2014/main" val="1082573463"/>
                    </a:ext>
                  </a:extLst>
                </a:gridCol>
                <a:gridCol w="2607788">
                  <a:extLst>
                    <a:ext uri="{9D8B030D-6E8A-4147-A177-3AD203B41FA5}">
                      <a16:colId xmlns:a16="http://schemas.microsoft.com/office/drawing/2014/main" val="163431572"/>
                    </a:ext>
                  </a:extLst>
                </a:gridCol>
                <a:gridCol w="1837641">
                  <a:extLst>
                    <a:ext uri="{9D8B030D-6E8A-4147-A177-3AD203B41FA5}">
                      <a16:colId xmlns:a16="http://schemas.microsoft.com/office/drawing/2014/main" val="887218042"/>
                    </a:ext>
                  </a:extLst>
                </a:gridCol>
                <a:gridCol w="1777391">
                  <a:extLst>
                    <a:ext uri="{9D8B030D-6E8A-4147-A177-3AD203B41FA5}">
                      <a16:colId xmlns:a16="http://schemas.microsoft.com/office/drawing/2014/main" val="1465052291"/>
                    </a:ext>
                  </a:extLst>
                </a:gridCol>
                <a:gridCol w="2420063">
                  <a:extLst>
                    <a:ext uri="{9D8B030D-6E8A-4147-A177-3AD203B41FA5}">
                      <a16:colId xmlns:a16="http://schemas.microsoft.com/office/drawing/2014/main" val="3635685544"/>
                    </a:ext>
                  </a:extLst>
                </a:gridCol>
              </a:tblGrid>
              <a:tr h="516771">
                <a:tc>
                  <a:txBody>
                    <a:bodyPr/>
                    <a:lstStyle/>
                    <a:p>
                      <a:r>
                        <a:rPr lang="en-US" sz="1200" dirty="0">
                          <a:latin typeface="Times New Roman" panose="02020603050405020304" pitchFamily="18" charset="0"/>
                          <a:cs typeface="Times New Roman" panose="02020603050405020304" pitchFamily="18" charset="0"/>
                        </a:rPr>
                        <a:t>Author </a:t>
                      </a:r>
                      <a:endParaRPr lang="en-US" sz="12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Title</a:t>
                      </a:r>
                      <a:endParaRPr lang="en-US" sz="12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Methodology</a:t>
                      </a:r>
                      <a:endParaRPr lang="en-US" sz="12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Dataset </a:t>
                      </a:r>
                      <a:endParaRPr lang="en-US" sz="12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Performance Metrics</a:t>
                      </a:r>
                      <a:endParaRPr lang="en-US" sz="1200" b="1"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99657947"/>
                  </a:ext>
                </a:extLst>
              </a:tr>
              <a:tr h="633048">
                <a:tc>
                  <a:txBody>
                    <a:bodyPr/>
                    <a:lstStyle/>
                    <a:p>
                      <a:r>
                        <a:rPr lang="en-IN" sz="1200" kern="1200" dirty="0">
                          <a:solidFill>
                            <a:schemeClr val="dk1"/>
                          </a:solidFill>
                          <a:effectLst/>
                          <a:latin typeface="Times New Roman" panose="02020603050405020304" pitchFamily="18" charset="0"/>
                          <a:ea typeface="+mn-ea"/>
                          <a:cs typeface="Times New Roman" panose="02020603050405020304" pitchFamily="18" charset="0"/>
                        </a:rPr>
                        <a:t>Lu et al. [13]</a:t>
                      </a:r>
                    </a:p>
                  </a:txBody>
                  <a:tcPr anchor="ctr"/>
                </a:tc>
                <a:tc>
                  <a:txBody>
                    <a:bodyPr/>
                    <a:lstStyle/>
                    <a:p>
                      <a:r>
                        <a:rPr lang="en-US" sz="1200" kern="1200" dirty="0">
                          <a:solidFill>
                            <a:schemeClr val="dk1"/>
                          </a:solidFill>
                          <a:effectLst/>
                          <a:latin typeface="Times New Roman" panose="02020603050405020304" pitchFamily="18" charset="0"/>
                          <a:ea typeface="+mn-ea"/>
                          <a:cs typeface="Times New Roman" panose="02020603050405020304" pitchFamily="18" charset="0"/>
                        </a:rPr>
                        <a:t>Survey of CI-Based Transfer Learning for Defect Prediction</a:t>
                      </a:r>
                    </a:p>
                  </a:txBody>
                  <a:tcPr anchor="ctr"/>
                </a:tc>
                <a:tc>
                  <a:txBody>
                    <a:bodyPr/>
                    <a:lstStyle/>
                    <a:p>
                      <a:r>
                        <a:rPr lang="en-US" sz="1200" kern="1200">
                          <a:solidFill>
                            <a:schemeClr val="dk1"/>
                          </a:solidFill>
                          <a:effectLst/>
                          <a:latin typeface="Times New Roman" panose="02020603050405020304" pitchFamily="18" charset="0"/>
                          <a:ea typeface="+mn-ea"/>
                          <a:cs typeface="Times New Roman" panose="02020603050405020304" pitchFamily="18" charset="0"/>
                        </a:rPr>
                        <a:t>Systematic Survey (transfer learning techniques)</a:t>
                      </a:r>
                    </a:p>
                  </a:txBody>
                  <a:tcPr anchor="ctr"/>
                </a:tc>
                <a:tc>
                  <a:txBody>
                    <a:bodyPr/>
                    <a:lstStyle/>
                    <a:p>
                      <a:r>
                        <a:rPr lang="en-IN" sz="1200" kern="1200">
                          <a:solidFill>
                            <a:schemeClr val="dk1"/>
                          </a:solidFill>
                          <a:effectLst/>
                          <a:latin typeface="Times New Roman" panose="02020603050405020304" pitchFamily="18" charset="0"/>
                          <a:ea typeface="+mn-ea"/>
                          <a:cs typeface="Times New Roman" panose="02020603050405020304" pitchFamily="18" charset="0"/>
                        </a:rPr>
                        <a:t>Various public datasets</a:t>
                      </a:r>
                    </a:p>
                  </a:txBody>
                  <a:tcPr anchor="ctr"/>
                </a:tc>
                <a:tc>
                  <a:txBody>
                    <a:bodyPr/>
                    <a:lstStyle/>
                    <a:p>
                      <a:r>
                        <a:rPr lang="en-IN" sz="1200" kern="1200">
                          <a:solidFill>
                            <a:schemeClr val="dk1"/>
                          </a:solidFill>
                          <a:effectLst/>
                          <a:latin typeface="Times New Roman" panose="02020603050405020304" pitchFamily="18" charset="0"/>
                          <a:ea typeface="+mn-ea"/>
                          <a:cs typeface="Times New Roman" panose="02020603050405020304" pitchFamily="18" charset="0"/>
                        </a:rPr>
                        <a:t>N/A (qualitative synthesis)</a:t>
                      </a:r>
                    </a:p>
                  </a:txBody>
                  <a:tcPr anchor="ctr"/>
                </a:tc>
                <a:extLst>
                  <a:ext uri="{0D108BD9-81ED-4DB2-BD59-A6C34878D82A}">
                    <a16:rowId xmlns:a16="http://schemas.microsoft.com/office/drawing/2014/main" val="3167951747"/>
                  </a:ext>
                </a:extLst>
              </a:tr>
              <a:tr h="633048">
                <a:tc>
                  <a:txBody>
                    <a:bodyPr/>
                    <a:lstStyle/>
                    <a:p>
                      <a:r>
                        <a:rPr lang="en-IN" sz="1200" kern="1200" dirty="0">
                          <a:solidFill>
                            <a:schemeClr val="dk1"/>
                          </a:solidFill>
                          <a:effectLst/>
                          <a:latin typeface="Times New Roman" panose="02020603050405020304" pitchFamily="18" charset="0"/>
                          <a:ea typeface="+mn-ea"/>
                          <a:cs typeface="Times New Roman" panose="02020603050405020304" pitchFamily="18" charset="0"/>
                        </a:rPr>
                        <a:t>Hall et al.[14]</a:t>
                      </a:r>
                    </a:p>
                  </a:txBody>
                  <a:tcPr anchor="ctr"/>
                </a:tc>
                <a:tc>
                  <a:txBody>
                    <a:bodyPr/>
                    <a:lstStyle/>
                    <a:p>
                      <a:r>
                        <a:rPr lang="en-US" sz="1200" kern="1200">
                          <a:solidFill>
                            <a:schemeClr val="dk1"/>
                          </a:solidFill>
                          <a:effectLst/>
                          <a:latin typeface="Times New Roman" panose="02020603050405020304" pitchFamily="18" charset="0"/>
                          <a:ea typeface="+mn-ea"/>
                          <a:cs typeface="Times New Roman" panose="02020603050405020304" pitchFamily="18" charset="0"/>
                        </a:rPr>
                        <a:t>A Systematic Literature Review on Fault-Prediction Performance</a:t>
                      </a:r>
                    </a:p>
                  </a:txBody>
                  <a:tcPr anchor="ctr"/>
                </a:tc>
                <a:tc>
                  <a:txBody>
                    <a:bodyPr/>
                    <a:lstStyle/>
                    <a:p>
                      <a:r>
                        <a:rPr lang="en-IN" sz="1200" kern="1200">
                          <a:solidFill>
                            <a:schemeClr val="dk1"/>
                          </a:solidFill>
                          <a:effectLst/>
                          <a:latin typeface="Times New Roman" panose="02020603050405020304" pitchFamily="18" charset="0"/>
                          <a:ea typeface="+mn-ea"/>
                          <a:cs typeface="Times New Roman" panose="02020603050405020304" pitchFamily="18" charset="0"/>
                        </a:rPr>
                        <a:t>Systematic Literature Review</a:t>
                      </a:r>
                    </a:p>
                  </a:txBody>
                  <a:tcPr anchor="ctr"/>
                </a:tc>
                <a:tc>
                  <a:txBody>
                    <a:bodyPr/>
                    <a:lstStyle/>
                    <a:p>
                      <a:r>
                        <a:rPr lang="en-IN" sz="1200" kern="1200">
                          <a:solidFill>
                            <a:schemeClr val="dk1"/>
                          </a:solidFill>
                          <a:effectLst/>
                          <a:latin typeface="Times New Roman" panose="02020603050405020304" pitchFamily="18" charset="0"/>
                          <a:ea typeface="+mn-ea"/>
                          <a:cs typeface="Times New Roman" panose="02020603050405020304" pitchFamily="18" charset="0"/>
                        </a:rPr>
                        <a:t>∼197 primary studies</a:t>
                      </a:r>
                    </a:p>
                  </a:txBody>
                  <a:tcPr anchor="ctr"/>
                </a:tc>
                <a:tc>
                  <a:txBody>
                    <a:bodyPr/>
                    <a:lstStyle/>
                    <a:p>
                      <a:r>
                        <a:rPr lang="en-IN" sz="1200" kern="1200" dirty="0">
                          <a:solidFill>
                            <a:schemeClr val="dk1"/>
                          </a:solidFill>
                          <a:effectLst/>
                          <a:latin typeface="Times New Roman" panose="02020603050405020304" pitchFamily="18" charset="0"/>
                          <a:ea typeface="+mn-ea"/>
                          <a:cs typeface="Times New Roman" panose="02020603050405020304" pitchFamily="18" charset="0"/>
                        </a:rPr>
                        <a:t>N/A (SLR synthesis)</a:t>
                      </a:r>
                    </a:p>
                  </a:txBody>
                  <a:tcPr anchor="ctr"/>
                </a:tc>
                <a:extLst>
                  <a:ext uri="{0D108BD9-81ED-4DB2-BD59-A6C34878D82A}">
                    <a16:rowId xmlns:a16="http://schemas.microsoft.com/office/drawing/2014/main" val="352600056"/>
                  </a:ext>
                </a:extLst>
              </a:tr>
              <a:tr h="633048">
                <a:tc>
                  <a:txBody>
                    <a:bodyPr/>
                    <a:lstStyle/>
                    <a:p>
                      <a:r>
                        <a:rPr lang="en-IN" sz="1200" kern="1200" dirty="0" err="1">
                          <a:solidFill>
                            <a:schemeClr val="dk1"/>
                          </a:solidFill>
                          <a:effectLst/>
                          <a:latin typeface="Times New Roman" panose="02020603050405020304" pitchFamily="18" charset="0"/>
                          <a:ea typeface="+mn-ea"/>
                          <a:cs typeface="Times New Roman" panose="02020603050405020304" pitchFamily="18" charset="0"/>
                        </a:rPr>
                        <a:t>Hamalainen</a:t>
                      </a:r>
                      <a:r>
                        <a:rPr lang="en-IN" sz="1200" kern="1200" dirty="0">
                          <a:solidFill>
                            <a:schemeClr val="dk1"/>
                          </a:solidFill>
                          <a:effectLst/>
                          <a:latin typeface="Times New Roman" panose="02020603050405020304" pitchFamily="18" charset="0"/>
                          <a:ea typeface="+mn-ea"/>
                          <a:cs typeface="Times New Roman" panose="02020603050405020304" pitchFamily="18" charset="0"/>
                        </a:rPr>
                        <a:t>, Das &amp; </a:t>
                      </a:r>
                      <a:r>
                        <a:rPr lang="en-IN" sz="1200" kern="1200" dirty="0" err="1">
                          <a:solidFill>
                            <a:schemeClr val="dk1"/>
                          </a:solidFill>
                          <a:effectLst/>
                          <a:latin typeface="Times New Roman" panose="02020603050405020304" pitchFamily="18" charset="0"/>
                          <a:ea typeface="+mn-ea"/>
                          <a:cs typeface="Times New Roman" panose="02020603050405020304" pitchFamily="18" charset="0"/>
                        </a:rPr>
                        <a:t>Mikkonen</a:t>
                      </a:r>
                      <a:r>
                        <a:rPr lang="en-IN" sz="1200" kern="1200" dirty="0">
                          <a:solidFill>
                            <a:schemeClr val="dk1"/>
                          </a:solidFill>
                          <a:effectLst/>
                          <a:latin typeface="Times New Roman" panose="02020603050405020304" pitchFamily="18" charset="0"/>
                          <a:ea typeface="+mn-ea"/>
                          <a:cs typeface="Times New Roman" panose="02020603050405020304" pitchFamily="18" charset="0"/>
                        </a:rPr>
                        <a:t> [15]</a:t>
                      </a:r>
                    </a:p>
                  </a:txBody>
                  <a:tcPr anchor="ctr"/>
                </a:tc>
                <a:tc>
                  <a:txBody>
                    <a:bodyPr/>
                    <a:lstStyle/>
                    <a:p>
                      <a:r>
                        <a:rPr lang="en-US" sz="1200" kern="1200" dirty="0">
                          <a:solidFill>
                            <a:schemeClr val="dk1"/>
                          </a:solidFill>
                          <a:effectLst/>
                          <a:latin typeface="Times New Roman" panose="02020603050405020304" pitchFamily="18" charset="0"/>
                          <a:ea typeface="+mn-ea"/>
                          <a:cs typeface="Times New Roman" panose="02020603050405020304" pitchFamily="18" charset="0"/>
                        </a:rPr>
                        <a:t>A Systematic Literature Review of </a:t>
                      </a:r>
                      <a:r>
                        <a:rPr lang="en-US" sz="1200" kern="1200" dirty="0" err="1">
                          <a:solidFill>
                            <a:schemeClr val="dk1"/>
                          </a:solidFill>
                          <a:effectLst/>
                          <a:latin typeface="Times New Roman" panose="02020603050405020304" pitchFamily="18" charset="0"/>
                          <a:ea typeface="+mn-ea"/>
                          <a:cs typeface="Times New Roman" panose="02020603050405020304" pitchFamily="18" charset="0"/>
                        </a:rPr>
                        <a:t>Multilabel</a:t>
                      </a:r>
                      <a:r>
                        <a:rPr lang="en-US" sz="1200" kern="1200" dirty="0">
                          <a:solidFill>
                            <a:schemeClr val="dk1"/>
                          </a:solidFill>
                          <a:effectLst/>
                          <a:latin typeface="Times New Roman" panose="02020603050405020304" pitchFamily="18" charset="0"/>
                          <a:ea typeface="+mn-ea"/>
                          <a:cs typeface="Times New Roman" panose="02020603050405020304" pitchFamily="18" charset="0"/>
                        </a:rPr>
                        <a:t> Learning in SE</a:t>
                      </a:r>
                    </a:p>
                  </a:txBody>
                  <a:tcPr anchor="ctr"/>
                </a:tc>
                <a:tc>
                  <a:txBody>
                    <a:bodyPr/>
                    <a:lstStyle/>
                    <a:p>
                      <a:r>
                        <a:rPr lang="en-IN" sz="1200" kern="1200" dirty="0">
                          <a:solidFill>
                            <a:schemeClr val="dk1"/>
                          </a:solidFill>
                          <a:effectLst/>
                          <a:latin typeface="Times New Roman" panose="02020603050405020304" pitchFamily="18" charset="0"/>
                          <a:ea typeface="+mn-ea"/>
                          <a:cs typeface="Times New Roman" panose="02020603050405020304" pitchFamily="18" charset="0"/>
                        </a:rPr>
                        <a:t>Systematic Literature Review</a:t>
                      </a:r>
                    </a:p>
                  </a:txBody>
                  <a:tcPr anchor="ctr"/>
                </a:tc>
                <a:tc>
                  <a:txBody>
                    <a:bodyPr/>
                    <a:lstStyle/>
                    <a:p>
                      <a:r>
                        <a:rPr lang="fi-FI" sz="1200" kern="1200" dirty="0">
                          <a:solidFill>
                            <a:schemeClr val="dk1"/>
                          </a:solidFill>
                          <a:effectLst/>
                          <a:latin typeface="Times New Roman" panose="02020603050405020304" pitchFamily="18" charset="0"/>
                          <a:ea typeface="+mn-ea"/>
                          <a:cs typeface="Times New Roman" panose="02020603050405020304" pitchFamily="18" charset="0"/>
                        </a:rPr>
                        <a:t>100 + studies on multilabel SE</a:t>
                      </a:r>
                    </a:p>
                  </a:txBody>
                  <a:tcPr anchor="ctr"/>
                </a:tc>
                <a:tc>
                  <a:txBody>
                    <a:bodyPr/>
                    <a:lstStyle/>
                    <a:p>
                      <a:r>
                        <a:rPr lang="en-IN" sz="1200" kern="1200" dirty="0">
                          <a:solidFill>
                            <a:schemeClr val="dk1"/>
                          </a:solidFill>
                          <a:effectLst/>
                          <a:latin typeface="Times New Roman" panose="02020603050405020304" pitchFamily="18" charset="0"/>
                          <a:ea typeface="+mn-ea"/>
                          <a:cs typeface="Times New Roman" panose="02020603050405020304" pitchFamily="18" charset="0"/>
                        </a:rPr>
                        <a:t>N/A (SLR synthesis)</a:t>
                      </a:r>
                    </a:p>
                  </a:txBody>
                  <a:tcPr anchor="ctr"/>
                </a:tc>
                <a:extLst>
                  <a:ext uri="{0D108BD9-81ED-4DB2-BD59-A6C34878D82A}">
                    <a16:rowId xmlns:a16="http://schemas.microsoft.com/office/drawing/2014/main" val="1765064458"/>
                  </a:ext>
                </a:extLst>
              </a:tr>
              <a:tr h="818170">
                <a:tc>
                  <a:txBody>
                    <a:bodyPr/>
                    <a:lstStyle/>
                    <a:p>
                      <a:r>
                        <a:rPr lang="en-IN" sz="1200" kern="1200" dirty="0">
                          <a:solidFill>
                            <a:schemeClr val="dk1"/>
                          </a:solidFill>
                          <a:effectLst/>
                          <a:latin typeface="Times New Roman" panose="02020603050405020304" pitchFamily="18" charset="0"/>
                          <a:ea typeface="+mn-ea"/>
                          <a:cs typeface="Times New Roman" panose="02020603050405020304" pitchFamily="18" charset="0"/>
                        </a:rPr>
                        <a:t>Ma et al. [16]</a:t>
                      </a:r>
                    </a:p>
                  </a:txBody>
                  <a:tcPr anchor="ctr"/>
                </a:tc>
                <a:tc>
                  <a:txBody>
                    <a:bodyPr/>
                    <a:lstStyle/>
                    <a:p>
                      <a:r>
                        <a:rPr lang="en-US" sz="1200" kern="1200" dirty="0">
                          <a:solidFill>
                            <a:schemeClr val="dk1"/>
                          </a:solidFill>
                          <a:effectLst/>
                          <a:latin typeface="Times New Roman" panose="02020603050405020304" pitchFamily="18" charset="0"/>
                          <a:ea typeface="+mn-ea"/>
                          <a:cs typeface="Times New Roman" panose="02020603050405020304" pitchFamily="18" charset="0"/>
                        </a:rPr>
                        <a:t>Transfer Component Analysis for Cross-Company Defect Prediction</a:t>
                      </a:r>
                    </a:p>
                  </a:txBody>
                  <a:tcPr anchor="ctr"/>
                </a:tc>
                <a:tc>
                  <a:txBody>
                    <a:bodyPr/>
                    <a:lstStyle/>
                    <a:p>
                      <a:r>
                        <a:rPr lang="en-IN" sz="1200" kern="1200">
                          <a:solidFill>
                            <a:schemeClr val="dk1"/>
                          </a:solidFill>
                          <a:effectLst/>
                          <a:latin typeface="Times New Roman" panose="02020603050405020304" pitchFamily="18" charset="0"/>
                          <a:ea typeface="+mn-ea"/>
                          <a:cs typeface="Times New Roman" panose="02020603050405020304" pitchFamily="18" charset="0"/>
                        </a:rPr>
                        <a:t>Transfer Component Analysis (TCA for CPDP)</a:t>
                      </a:r>
                    </a:p>
                  </a:txBody>
                  <a:tcPr anchor="ctr"/>
                </a:tc>
                <a:tc>
                  <a:txBody>
                    <a:bodyPr/>
                    <a:lstStyle/>
                    <a:p>
                      <a:r>
                        <a:rPr lang="en-IN" sz="1200" kern="1200">
                          <a:solidFill>
                            <a:schemeClr val="dk1"/>
                          </a:solidFill>
                          <a:effectLst/>
                          <a:latin typeface="Times New Roman" panose="02020603050405020304" pitchFamily="18" charset="0"/>
                          <a:ea typeface="+mn-ea"/>
                          <a:cs typeface="Times New Roman" panose="02020603050405020304" pitchFamily="18" charset="0"/>
                        </a:rPr>
                        <a:t>NASA</a:t>
                      </a:r>
                    </a:p>
                  </a:txBody>
                  <a:tcPr anchor="ctr"/>
                </a:tc>
                <a:tc>
                  <a:txBody>
                    <a:bodyPr/>
                    <a:lstStyle/>
                    <a:p>
                      <a:r>
                        <a:rPr lang="en-IN" sz="1200" kern="1200" dirty="0">
                          <a:solidFill>
                            <a:schemeClr val="dk1"/>
                          </a:solidFill>
                          <a:effectLst/>
                          <a:latin typeface="Times New Roman" panose="02020603050405020304" pitchFamily="18" charset="0"/>
                          <a:ea typeface="+mn-ea"/>
                          <a:cs typeface="Times New Roman" panose="02020603050405020304" pitchFamily="18" charset="0"/>
                        </a:rPr>
                        <a:t>N/A (empirical gains reported)</a:t>
                      </a:r>
                    </a:p>
                  </a:txBody>
                  <a:tcPr anchor="ctr"/>
                </a:tc>
                <a:extLst>
                  <a:ext uri="{0D108BD9-81ED-4DB2-BD59-A6C34878D82A}">
                    <a16:rowId xmlns:a16="http://schemas.microsoft.com/office/drawing/2014/main" val="1589012351"/>
                  </a:ext>
                </a:extLst>
              </a:tr>
              <a:tr h="633048">
                <a:tc>
                  <a:txBody>
                    <a:bodyPr/>
                    <a:lstStyle/>
                    <a:p>
                      <a:r>
                        <a:rPr lang="en-IN" sz="1200" kern="1200" dirty="0">
                          <a:solidFill>
                            <a:schemeClr val="dk1"/>
                          </a:solidFill>
                          <a:effectLst/>
                          <a:latin typeface="Times New Roman" panose="02020603050405020304" pitchFamily="18" charset="0"/>
                          <a:ea typeface="+mn-ea"/>
                          <a:cs typeface="Times New Roman" panose="02020603050405020304" pitchFamily="18" charset="0"/>
                        </a:rPr>
                        <a:t>Li et al. [17]</a:t>
                      </a:r>
                    </a:p>
                  </a:txBody>
                  <a:tcPr anchor="ctr"/>
                </a:tc>
                <a:tc>
                  <a:txBody>
                    <a:bodyPr/>
                    <a:lstStyle/>
                    <a:p>
                      <a:r>
                        <a:rPr lang="en-US" sz="1200" kern="1200" dirty="0">
                          <a:solidFill>
                            <a:schemeClr val="dk1"/>
                          </a:solidFill>
                          <a:effectLst/>
                          <a:latin typeface="Times New Roman" panose="02020603050405020304" pitchFamily="18" charset="0"/>
                          <a:ea typeface="+mn-ea"/>
                          <a:cs typeface="Times New Roman" panose="02020603050405020304" pitchFamily="18" charset="0"/>
                        </a:rPr>
                        <a:t>Automated </a:t>
                      </a:r>
                      <a:r>
                        <a:rPr lang="en-US" sz="1200" kern="1200" dirty="0" err="1">
                          <a:solidFill>
                            <a:schemeClr val="dk1"/>
                          </a:solidFill>
                          <a:effectLst/>
                          <a:latin typeface="Times New Roman" panose="02020603050405020304" pitchFamily="18" charset="0"/>
                          <a:ea typeface="+mn-ea"/>
                          <a:cs typeface="Times New Roman" panose="02020603050405020304" pitchFamily="18" charset="0"/>
                        </a:rPr>
                        <a:t>Hyperparameter</a:t>
                      </a:r>
                      <a:r>
                        <a:rPr lang="en-US" sz="1200" kern="1200" dirty="0">
                          <a:solidFill>
                            <a:schemeClr val="dk1"/>
                          </a:solidFill>
                          <a:effectLst/>
                          <a:latin typeface="Times New Roman" panose="02020603050405020304" pitchFamily="18" charset="0"/>
                          <a:ea typeface="+mn-ea"/>
                          <a:cs typeface="Times New Roman" panose="02020603050405020304" pitchFamily="18" charset="0"/>
                        </a:rPr>
                        <a:t> Tuning in Defect-Prediction Transfer Learning</a:t>
                      </a:r>
                    </a:p>
                  </a:txBody>
                  <a:tcPr anchor="ctr"/>
                </a:tc>
                <a:tc>
                  <a:txBody>
                    <a:bodyPr/>
                    <a:lstStyle/>
                    <a:p>
                      <a:r>
                        <a:rPr lang="en-IN" sz="1200" kern="1200" dirty="0">
                          <a:solidFill>
                            <a:schemeClr val="dk1"/>
                          </a:solidFill>
                          <a:effectLst/>
                          <a:latin typeface="Times New Roman" panose="02020603050405020304" pitchFamily="18" charset="0"/>
                          <a:ea typeface="+mn-ea"/>
                          <a:cs typeface="Times New Roman" panose="02020603050405020304" pitchFamily="18" charset="0"/>
                        </a:rPr>
                        <a:t>Auto-tuned TCA</a:t>
                      </a:r>
                    </a:p>
                  </a:txBody>
                  <a:tcPr anchor="ctr"/>
                </a:tc>
                <a:tc>
                  <a:txBody>
                    <a:bodyPr/>
                    <a:lstStyle/>
                    <a:p>
                      <a:r>
                        <a:rPr lang="en-IN" sz="1200" kern="1200" dirty="0">
                          <a:solidFill>
                            <a:schemeClr val="dk1"/>
                          </a:solidFill>
                          <a:effectLst/>
                          <a:latin typeface="Times New Roman" panose="02020603050405020304" pitchFamily="18" charset="0"/>
                          <a:ea typeface="+mn-ea"/>
                          <a:cs typeface="Times New Roman" panose="02020603050405020304" pitchFamily="18" charset="0"/>
                        </a:rPr>
                        <a:t>Public &amp; private projects</a:t>
                      </a:r>
                    </a:p>
                  </a:txBody>
                  <a:tcPr anchor="ctr"/>
                </a:tc>
                <a:tc>
                  <a:txBody>
                    <a:bodyPr/>
                    <a:lstStyle/>
                    <a:p>
                      <a:r>
                        <a:rPr lang="en-IN" sz="1200" kern="1200">
                          <a:solidFill>
                            <a:schemeClr val="dk1"/>
                          </a:solidFill>
                          <a:effectLst/>
                          <a:latin typeface="Times New Roman" panose="02020603050405020304" pitchFamily="18" charset="0"/>
                          <a:ea typeface="+mn-ea"/>
                          <a:cs typeface="Times New Roman" panose="02020603050405020304" pitchFamily="18" charset="0"/>
                        </a:rPr>
                        <a:t>N/A (CPDP improvements)</a:t>
                      </a:r>
                    </a:p>
                  </a:txBody>
                  <a:tcPr anchor="ctr"/>
                </a:tc>
                <a:extLst>
                  <a:ext uri="{0D108BD9-81ED-4DB2-BD59-A6C34878D82A}">
                    <a16:rowId xmlns:a16="http://schemas.microsoft.com/office/drawing/2014/main" val="2159432082"/>
                  </a:ext>
                </a:extLst>
              </a:tr>
              <a:tr h="1537402">
                <a:tc>
                  <a:txBody>
                    <a:bodyPr/>
                    <a:lstStyle/>
                    <a:p>
                      <a:r>
                        <a:rPr lang="en-IN" sz="1200" kern="1200" dirty="0">
                          <a:solidFill>
                            <a:schemeClr val="dk1"/>
                          </a:solidFill>
                          <a:effectLst/>
                          <a:latin typeface="Times New Roman" panose="02020603050405020304" pitchFamily="18" charset="0"/>
                          <a:ea typeface="+mn-ea"/>
                          <a:cs typeface="Times New Roman" panose="02020603050405020304" pitchFamily="18" charset="0"/>
                        </a:rPr>
                        <a:t>Xu et al. [18]</a:t>
                      </a:r>
                    </a:p>
                  </a:txBody>
                  <a:tcPr anchor="ctr"/>
                </a:tc>
                <a:tc>
                  <a:txBody>
                    <a:bodyPr/>
                    <a:lstStyle/>
                    <a:p>
                      <a:r>
                        <a:rPr lang="en-US" sz="1200" kern="1200" dirty="0">
                          <a:solidFill>
                            <a:schemeClr val="dk1"/>
                          </a:solidFill>
                          <a:effectLst/>
                          <a:latin typeface="Times New Roman" panose="02020603050405020304" pitchFamily="18" charset="0"/>
                          <a:ea typeface="+mn-ea"/>
                          <a:cs typeface="Times New Roman" panose="02020603050405020304" pitchFamily="18" charset="0"/>
                        </a:rPr>
                        <a:t>Unsupervised Pre-training with </a:t>
                      </a:r>
                      <a:r>
                        <a:rPr lang="en-US" sz="1200" kern="1200" dirty="0" err="1">
                          <a:solidFill>
                            <a:schemeClr val="dk1"/>
                          </a:solidFill>
                          <a:effectLst/>
                          <a:latin typeface="Times New Roman" panose="02020603050405020304" pitchFamily="18" charset="0"/>
                          <a:ea typeface="+mn-ea"/>
                          <a:cs typeface="Times New Roman" panose="02020603050405020304" pitchFamily="18" charset="0"/>
                        </a:rPr>
                        <a:t>Autoencoders</a:t>
                      </a:r>
                      <a:r>
                        <a:rPr lang="en-US" sz="1200" kern="1200" dirty="0">
                          <a:solidFill>
                            <a:schemeClr val="dk1"/>
                          </a:solidFill>
                          <a:effectLst/>
                          <a:latin typeface="Times New Roman" panose="02020603050405020304" pitchFamily="18" charset="0"/>
                          <a:ea typeface="+mn-ea"/>
                          <a:cs typeface="Times New Roman" panose="02020603050405020304" pitchFamily="18" charset="0"/>
                        </a:rPr>
                        <a:t> for Defect Prediction</a:t>
                      </a:r>
                    </a:p>
                  </a:txBody>
                  <a:tcPr anchor="ctr"/>
                </a:tc>
                <a:tc>
                  <a:txBody>
                    <a:bodyPr/>
                    <a:lstStyle/>
                    <a:p>
                      <a:r>
                        <a:rPr lang="en-IN" sz="1200" kern="1200" dirty="0" err="1">
                          <a:solidFill>
                            <a:schemeClr val="dk1"/>
                          </a:solidFill>
                          <a:effectLst/>
                          <a:latin typeface="Times New Roman" panose="02020603050405020304" pitchFamily="18" charset="0"/>
                          <a:ea typeface="+mn-ea"/>
                          <a:cs typeface="Times New Roman" panose="02020603050405020304" pitchFamily="18" charset="0"/>
                        </a:rPr>
                        <a:t>Autoencoder</a:t>
                      </a:r>
                      <a:r>
                        <a:rPr lang="en-IN" sz="1200" kern="1200" dirty="0">
                          <a:solidFill>
                            <a:schemeClr val="dk1"/>
                          </a:solidFill>
                          <a:effectLst/>
                          <a:latin typeface="Times New Roman" panose="02020603050405020304" pitchFamily="18" charset="0"/>
                          <a:ea typeface="+mn-ea"/>
                          <a:cs typeface="Times New Roman" panose="02020603050405020304" pitchFamily="18" charset="0"/>
                        </a:rPr>
                        <a:t> + Fine-tuning</a:t>
                      </a:r>
                    </a:p>
                  </a:txBody>
                  <a:tcPr anchor="ctr"/>
                </a:tc>
                <a:tc>
                  <a:txBody>
                    <a:bodyPr/>
                    <a:lstStyle/>
                    <a:p>
                      <a:r>
                        <a:rPr lang="en-IN" sz="1200" kern="1200" dirty="0">
                          <a:solidFill>
                            <a:schemeClr val="dk1"/>
                          </a:solidFill>
                          <a:effectLst/>
                          <a:latin typeface="Times New Roman" panose="02020603050405020304" pitchFamily="18" charset="0"/>
                          <a:ea typeface="+mn-ea"/>
                          <a:cs typeface="Times New Roman" panose="02020603050405020304" pitchFamily="18" charset="0"/>
                        </a:rPr>
                        <a:t>NASA, PROMISE</a:t>
                      </a:r>
                    </a:p>
                  </a:txBody>
                  <a:tcPr anchor="ctr"/>
                </a:tc>
                <a:tc>
                  <a:txBody>
                    <a:bodyPr/>
                    <a:lstStyle/>
                    <a:p>
                      <a:r>
                        <a:rPr lang="en-IN" sz="1200" kern="1200" dirty="0">
                          <a:solidFill>
                            <a:schemeClr val="dk1"/>
                          </a:solidFill>
                          <a:effectLst/>
                          <a:latin typeface="Times New Roman" panose="02020603050405020304" pitchFamily="18" charset="0"/>
                          <a:ea typeface="+mn-ea"/>
                          <a:cs typeface="Times New Roman" panose="02020603050405020304" pitchFamily="18" charset="0"/>
                        </a:rPr>
                        <a:t>N/A (framework proposed)</a:t>
                      </a:r>
                    </a:p>
                  </a:txBody>
                  <a:tcPr anchor="ctr"/>
                </a:tc>
                <a:extLst>
                  <a:ext uri="{0D108BD9-81ED-4DB2-BD59-A6C34878D82A}">
                    <a16:rowId xmlns:a16="http://schemas.microsoft.com/office/drawing/2014/main" val="3747596060"/>
                  </a:ext>
                </a:extLst>
              </a:tr>
            </a:tbl>
          </a:graphicData>
        </a:graphic>
      </p:graphicFrame>
      <p:sp>
        <p:nvSpPr>
          <p:cNvPr id="4" name="Slide Number Placeholder 3"/>
          <p:cNvSpPr>
            <a:spLocks noGrp="1"/>
          </p:cNvSpPr>
          <p:nvPr>
            <p:ph type="sldNum" sz="quarter" idx="12"/>
          </p:nvPr>
        </p:nvSpPr>
        <p:spPr>
          <a:xfrm>
            <a:off x="10913172" y="6406487"/>
            <a:ext cx="683339"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9954A3-9DFD-4C44-94BA-B95130A3BA1C}" type="slidenum">
              <a:rPr kumimoji="0" lang="en-US" sz="1000" b="0" i="0" u="none" strike="noStrike" kern="1200" cap="none" spc="0" normalizeH="0" baseline="0" noProof="0" smtClean="0">
                <a:ln>
                  <a:noFill/>
                </a:ln>
                <a:solidFill>
                  <a:schemeClr val="bg1">
                    <a:lumMod val="50000"/>
                  </a:schemeClr>
                </a:solidFill>
                <a:effectLst/>
                <a:uLnTx/>
                <a:uFillTx/>
                <a:latin typeface="Times New Roman" panose="02020603050405020304" pitchFamily="18" charset="0"/>
                <a:ea typeface="+mn-ea"/>
                <a:cs typeface="Times New Roman" panose="02020603050405020304" pitchFamily="18" charset="0"/>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mn-ea"/>
              <a:cs typeface="Times New Roman" panose="02020603050405020304" pitchFamily="18" charset="0"/>
            </a:endParaRPr>
          </a:p>
        </p:txBody>
      </p:sp>
      <p:sp>
        <p:nvSpPr>
          <p:cNvPr id="8" name="Date Placeholder 7"/>
          <p:cNvSpPr>
            <a:spLocks noGrp="1"/>
          </p:cNvSpPr>
          <p:nvPr>
            <p:ph type="dt" sz="half" idx="10"/>
          </p:nvPr>
        </p:nvSpPr>
        <p:spPr>
          <a:xfrm>
            <a:off x="-199652" y="6492875"/>
            <a:ext cx="911939" cy="365125"/>
          </a:xfrm>
        </p:spPr>
        <p:txBody>
          <a:bodyPr/>
          <a:lstStyle/>
          <a:p>
            <a:fld id="{6F86FC79-66EF-4B70-947F-EB34FC747DD0}" type="datetime1">
              <a:rPr lang="en-US" smtClean="0"/>
              <a:t>12/6/2025</a:t>
            </a:fld>
            <a:endParaRPr lang="en-US" dirty="0"/>
          </a:p>
        </p:txBody>
      </p:sp>
    </p:spTree>
    <p:extLst>
      <p:ext uri="{BB962C8B-B14F-4D97-AF65-F5344CB8AC3E}">
        <p14:creationId xmlns:p14="http://schemas.microsoft.com/office/powerpoint/2010/main" val="14968490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95B4A884-3B23-4DA7-B2F7-9BD317F45724}"/>
              </a:ext>
            </a:extLst>
          </p:cNvPr>
          <p:cNvSpPr>
            <a:spLocks noGrp="1"/>
          </p:cNvSpPr>
          <p:nvPr>
            <p:ph type="sldNum" sz="quarter" idx="12"/>
          </p:nvPr>
        </p:nvSpPr>
        <p:spPr>
          <a:xfrm>
            <a:off x="9114453" y="6367884"/>
            <a:ext cx="2743200" cy="365125"/>
          </a:xfrm>
          <a:extLst>
            <a:ext uri="{91240B29-F687-4F45-9708-019B960494DF}">
              <a14:hiddenLine xmlns:a14="http://schemas.microsoft.com/office/drawing/2010/main" w="9525">
                <a:solidFill>
                  <a:srgbClr val="808080"/>
                </a:solidFill>
                <a:round/>
                <a:headEnd/>
                <a:tailEnd/>
              </a14:hiddenLine>
            </a:ext>
          </a:extLst>
        </p:spPr>
        <p:txBody>
          <a:bodyPr vert="horz" lIns="91440" tIns="45720" rIns="91440" bIns="45720" rtlCol="0" anchor="ctr"/>
          <a:lstStyle>
            <a:lvl1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1pPr>
            <a:lvl2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2pPr>
            <a:lvl3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3pPr>
            <a:lvl4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4pPr>
            <a:lvl5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5pPr>
            <a:lvl6pPr marL="2281245" indent="-207386" defTabSz="407571" eaLnBrk="0" fontAlgn="base" hangingPunct="0">
              <a:lnSpc>
                <a:spcPct val="113000"/>
              </a:lnSpc>
              <a:spcBef>
                <a:spcPct val="0"/>
              </a:spcBef>
              <a:spcAft>
                <a:spcPct val="0"/>
              </a:spcAft>
              <a:buClr>
                <a:srgbClr val="000000"/>
              </a:buClr>
              <a:buSzPct val="100000"/>
              <a:buFont typeface="Times New Roman" panose="02020603050405020304" pitchFamily="18" charset="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6pPr>
            <a:lvl7pPr marL="2696017" indent="-207386" defTabSz="407571" eaLnBrk="0" fontAlgn="base" hangingPunct="0">
              <a:lnSpc>
                <a:spcPct val="113000"/>
              </a:lnSpc>
              <a:spcBef>
                <a:spcPct val="0"/>
              </a:spcBef>
              <a:spcAft>
                <a:spcPct val="0"/>
              </a:spcAft>
              <a:buClr>
                <a:srgbClr val="000000"/>
              </a:buClr>
              <a:buSzPct val="100000"/>
              <a:buFont typeface="Times New Roman" panose="02020603050405020304" pitchFamily="18" charset="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7pPr>
            <a:lvl8pPr marL="3110789" indent="-207386" defTabSz="407571" eaLnBrk="0" fontAlgn="base" hangingPunct="0">
              <a:lnSpc>
                <a:spcPct val="113000"/>
              </a:lnSpc>
              <a:spcBef>
                <a:spcPct val="0"/>
              </a:spcBef>
              <a:spcAft>
                <a:spcPct val="0"/>
              </a:spcAft>
              <a:buClr>
                <a:srgbClr val="000000"/>
              </a:buClr>
              <a:buSzPct val="100000"/>
              <a:buFont typeface="Times New Roman" panose="02020603050405020304" pitchFamily="18" charset="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8pPr>
            <a:lvl9pPr marL="3525561" indent="-207386" defTabSz="407571" eaLnBrk="0" fontAlgn="base" hangingPunct="0">
              <a:lnSpc>
                <a:spcPct val="113000"/>
              </a:lnSpc>
              <a:spcBef>
                <a:spcPct val="0"/>
              </a:spcBef>
              <a:spcAft>
                <a:spcPct val="0"/>
              </a:spcAft>
              <a:buClr>
                <a:srgbClr val="000000"/>
              </a:buClr>
              <a:buSzPct val="100000"/>
              <a:buFont typeface="Times New Roman" panose="02020603050405020304" pitchFamily="18" charset="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9pPr>
          </a:lstStyle>
          <a:p>
            <a:fld id="{E449F229-B646-4241-9AE4-9727E1066483}" type="slidenum">
              <a:rPr lang="en-IN" altLang="en-US" sz="1200">
                <a:solidFill>
                  <a:schemeClr val="bg1">
                    <a:lumMod val="65000"/>
                  </a:schemeClr>
                </a:solidFill>
                <a:latin typeface="Times New Roman" panose="02020603050405020304" pitchFamily="18" charset="0"/>
                <a:cs typeface="Times New Roman" panose="02020603050405020304" pitchFamily="18" charset="0"/>
              </a:rPr>
              <a:pPr/>
              <a:t>10</a:t>
            </a:fld>
            <a:endParaRPr lang="en-IN" altLang="en-US" sz="12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10243" name="Rectangle 1">
            <a:extLst>
              <a:ext uri="{FF2B5EF4-FFF2-40B4-BE49-F238E27FC236}">
                <a16:creationId xmlns:a16="http://schemas.microsoft.com/office/drawing/2014/main" id="{171CEF2A-429B-4F4E-97F7-0BE6EE1012DE}"/>
              </a:ext>
            </a:extLst>
          </p:cNvPr>
          <p:cNvSpPr>
            <a:spLocks noGrp="1" noChangeArrowheads="1"/>
          </p:cNvSpPr>
          <p:nvPr>
            <p:ph type="title" idx="4294967295"/>
          </p:nvPr>
        </p:nvSpPr>
        <p:spPr>
          <a:xfrm>
            <a:off x="2405995" y="279443"/>
            <a:ext cx="6782133" cy="666050"/>
          </a:xfrm>
          <a:noFill/>
          <a:ln>
            <a:noFill/>
          </a:ln>
        </p:spPr>
        <p:txBody>
          <a:bodyPr spcFirstLastPara="1" vert="horz" wrap="square" lIns="91425" tIns="45700" rIns="91425" bIns="45700" rtlCol="0" anchor="ctr" anchorCtr="0">
            <a:normAutofit/>
          </a:bodyPr>
          <a:lstStyle/>
          <a:p>
            <a:pPr algn="ctr">
              <a:spcBef>
                <a:spcPts val="0"/>
              </a:spcBef>
              <a:buClr>
                <a:srgbClr val="003154"/>
              </a:buClr>
              <a:buSzPts val="4000"/>
              <a:buFont typeface="Palatino Linotype"/>
            </a:pPr>
            <a:r>
              <a:rPr lang="en-US" sz="2800" b="1" dirty="0">
                <a:latin typeface="Times New Roman" panose="02020603050405020304" pitchFamily="18" charset="0"/>
                <a:ea typeface="Times New Roman"/>
                <a:cs typeface="Times New Roman" panose="02020603050405020304" pitchFamily="18" charset="0"/>
              </a:rPr>
              <a:t>Summary of the Literature Review</a:t>
            </a:r>
            <a:endParaRPr lang="en-IN" altLang="en-US" sz="2800" b="1"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79F142C2-5510-4906-B11B-255F19B0973D}" type="datetime1">
              <a:rPr lang="en-US" smtClean="0"/>
              <a:t>12/6/2025</a:t>
            </a:fld>
            <a:endParaRPr lang="en-US" dirty="0"/>
          </a:p>
        </p:txBody>
      </p:sp>
      <p:sp>
        <p:nvSpPr>
          <p:cNvPr id="5" name="Rectangle 2"/>
          <p:cNvSpPr>
            <a:spLocks noChangeArrowheads="1"/>
          </p:cNvSpPr>
          <p:nvPr/>
        </p:nvSpPr>
        <p:spPr bwMode="auto">
          <a:xfrm>
            <a:off x="2418360" y="1209086"/>
            <a:ext cx="8291512"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panose="020B0604020202020204" pitchFamily="34" charset="0"/>
              <a:buChar char="•"/>
            </a:pPr>
            <a:r>
              <a:rPr lang="en-US" altLang="en-US" sz="1600" b="1" dirty="0" smtClean="0">
                <a:solidFill>
                  <a:srgbClr val="003154"/>
                </a:solidFill>
                <a:latin typeface="Times New Roman" panose="02020603050405020304" pitchFamily="18" charset="0"/>
                <a:cs typeface="Times New Roman" panose="02020603050405020304" pitchFamily="18" charset="0"/>
              </a:rPr>
              <a:t>Binary </a:t>
            </a:r>
            <a:r>
              <a:rPr lang="en-US" altLang="en-US" sz="1600" b="1" dirty="0">
                <a:solidFill>
                  <a:srgbClr val="003154"/>
                </a:solidFill>
                <a:latin typeface="Times New Roman" panose="02020603050405020304" pitchFamily="18" charset="0"/>
                <a:cs typeface="Times New Roman" panose="02020603050405020304" pitchFamily="18" charset="0"/>
              </a:rPr>
              <a:t>focus</a:t>
            </a:r>
          </a:p>
          <a:p>
            <a:pPr lvl="1" eaLnBrk="0" fontAlgn="base" hangingPunct="0">
              <a:spcBef>
                <a:spcPct val="0"/>
              </a:spcBef>
              <a:spcAft>
                <a:spcPct val="0"/>
              </a:spcAft>
              <a:buFontTx/>
              <a:buChar char="•"/>
            </a:pPr>
            <a:r>
              <a:rPr lang="en-US" altLang="en-US" sz="1600" dirty="0">
                <a:solidFill>
                  <a:srgbClr val="003154"/>
                </a:solidFill>
                <a:latin typeface="Times New Roman" panose="02020603050405020304" pitchFamily="18" charset="0"/>
                <a:cs typeface="Times New Roman" panose="02020603050405020304" pitchFamily="18" charset="0"/>
              </a:rPr>
              <a:t>Most studies frame defect prediction as a simple buggy vs. non‑buggy task</a:t>
            </a:r>
          </a:p>
          <a:p>
            <a:pPr lvl="1" eaLnBrk="0" fontAlgn="base" hangingPunct="0">
              <a:spcBef>
                <a:spcPct val="0"/>
              </a:spcBef>
              <a:spcAft>
                <a:spcPct val="0"/>
              </a:spcAft>
              <a:buFontTx/>
              <a:buChar char="•"/>
            </a:pPr>
            <a:r>
              <a:rPr lang="en-US" altLang="en-US" sz="1600" dirty="0">
                <a:solidFill>
                  <a:srgbClr val="003154"/>
                </a:solidFill>
                <a:latin typeface="Times New Roman" panose="02020603050405020304" pitchFamily="18" charset="0"/>
                <a:cs typeface="Times New Roman" panose="02020603050405020304" pitchFamily="18" charset="0"/>
              </a:rPr>
              <a:t>Very little work on </a:t>
            </a:r>
            <a:r>
              <a:rPr lang="en-US" altLang="en-US" sz="1600" dirty="0" smtClean="0">
                <a:solidFill>
                  <a:srgbClr val="003154"/>
                </a:solidFill>
                <a:latin typeface="Times New Roman" panose="02020603050405020304" pitchFamily="18" charset="0"/>
                <a:cs typeface="Times New Roman" panose="02020603050405020304" pitchFamily="18" charset="0"/>
              </a:rPr>
              <a:t>Multiclass </a:t>
            </a:r>
            <a:r>
              <a:rPr lang="en-US" altLang="en-US" sz="1600" dirty="0">
                <a:solidFill>
                  <a:srgbClr val="003154"/>
                </a:solidFill>
                <a:latin typeface="Times New Roman" panose="02020603050405020304" pitchFamily="18" charset="0"/>
                <a:cs typeface="Times New Roman" panose="02020603050405020304" pitchFamily="18" charset="0"/>
              </a:rPr>
              <a:t>or </a:t>
            </a:r>
            <a:r>
              <a:rPr lang="en-US" altLang="en-US" sz="1600" dirty="0" err="1">
                <a:solidFill>
                  <a:srgbClr val="003154"/>
                </a:solidFill>
                <a:latin typeface="Times New Roman" panose="02020603050405020304" pitchFamily="18" charset="0"/>
                <a:cs typeface="Times New Roman" panose="02020603050405020304" pitchFamily="18" charset="0"/>
              </a:rPr>
              <a:t>M</a:t>
            </a:r>
            <a:r>
              <a:rPr lang="en-US" altLang="en-US" sz="1600" dirty="0" err="1" smtClean="0">
                <a:solidFill>
                  <a:srgbClr val="003154"/>
                </a:solidFill>
                <a:latin typeface="Times New Roman" panose="02020603050405020304" pitchFamily="18" charset="0"/>
                <a:cs typeface="Times New Roman" panose="02020603050405020304" pitchFamily="18" charset="0"/>
              </a:rPr>
              <a:t>ultilabel</a:t>
            </a:r>
            <a:r>
              <a:rPr lang="en-US" altLang="en-US" sz="1600" dirty="0" smtClean="0">
                <a:solidFill>
                  <a:srgbClr val="003154"/>
                </a:solidFill>
                <a:latin typeface="Times New Roman" panose="02020603050405020304" pitchFamily="18" charset="0"/>
                <a:cs typeface="Times New Roman" panose="02020603050405020304" pitchFamily="18" charset="0"/>
              </a:rPr>
              <a:t> </a:t>
            </a:r>
            <a:r>
              <a:rPr lang="en-US" altLang="en-US" sz="1600" dirty="0">
                <a:solidFill>
                  <a:srgbClr val="003154"/>
                </a:solidFill>
                <a:latin typeface="Times New Roman" panose="02020603050405020304" pitchFamily="18" charset="0"/>
                <a:cs typeface="Times New Roman" panose="02020603050405020304" pitchFamily="18" charset="0"/>
              </a:rPr>
              <a:t>assignments in diverse, real‑world repositories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solidFill>
                <a:srgbClr val="003154"/>
              </a:solidFill>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b="1" dirty="0" smtClean="0">
                <a:solidFill>
                  <a:srgbClr val="003154"/>
                </a:solidFill>
                <a:latin typeface="Times New Roman" panose="02020603050405020304" pitchFamily="18" charset="0"/>
                <a:cs typeface="Times New Roman" panose="02020603050405020304" pitchFamily="18" charset="0"/>
              </a:rPr>
              <a:t>Custom‑dataset shortfall</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sz="1600" dirty="0" smtClean="0">
                <a:solidFill>
                  <a:srgbClr val="003154"/>
                </a:solidFill>
                <a:latin typeface="Times New Roman" panose="02020603050405020304" pitchFamily="18" charset="0"/>
                <a:cs typeface="Times New Roman" panose="02020603050405020304" pitchFamily="18" charset="0"/>
              </a:rPr>
              <a:t>Nearly </a:t>
            </a:r>
            <a:r>
              <a:rPr lang="en-US" altLang="en-US" sz="1600" dirty="0">
                <a:solidFill>
                  <a:srgbClr val="003154"/>
                </a:solidFill>
                <a:latin typeface="Times New Roman" panose="02020603050405020304" pitchFamily="18" charset="0"/>
                <a:cs typeface="Times New Roman" panose="02020603050405020304" pitchFamily="18" charset="0"/>
              </a:rPr>
              <a:t>all studies use only a handful of public datasets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b="1" dirty="0" smtClean="0">
              <a:solidFill>
                <a:srgbClr val="003154"/>
              </a:solidFill>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b="1" dirty="0" smtClean="0">
                <a:solidFill>
                  <a:srgbClr val="003154"/>
                </a:solidFill>
                <a:latin typeface="Times New Roman" panose="02020603050405020304" pitchFamily="18" charset="0"/>
                <a:cs typeface="Times New Roman" panose="02020603050405020304" pitchFamily="18" charset="0"/>
              </a:rPr>
              <a:t>Tooling gaps - </a:t>
            </a:r>
            <a:r>
              <a:rPr lang="en-US" altLang="en-US" sz="1600" dirty="0" smtClean="0">
                <a:solidFill>
                  <a:srgbClr val="003154"/>
                </a:solidFill>
                <a:latin typeface="Times New Roman" panose="02020603050405020304" pitchFamily="18" charset="0"/>
                <a:cs typeface="Times New Roman" panose="02020603050405020304" pitchFamily="18" charset="0"/>
              </a:rPr>
              <a:t>No </a:t>
            </a:r>
            <a:r>
              <a:rPr lang="en-US" altLang="en-US" sz="1600" dirty="0">
                <a:solidFill>
                  <a:srgbClr val="003154"/>
                </a:solidFill>
                <a:latin typeface="Times New Roman" panose="02020603050405020304" pitchFamily="18" charset="0"/>
                <a:cs typeface="Times New Roman" panose="02020603050405020304" pitchFamily="18" charset="0"/>
              </a:rPr>
              <a:t>widely adopted framework or GUI‑driven tool that</a:t>
            </a:r>
          </a:p>
          <a:p>
            <a:pPr marL="1257300" marR="0" lvl="2"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sz="1600" dirty="0">
                <a:solidFill>
                  <a:srgbClr val="003154"/>
                </a:solidFill>
                <a:latin typeface="Times New Roman" panose="02020603050405020304" pitchFamily="18" charset="0"/>
                <a:cs typeface="Times New Roman" panose="02020603050405020304" pitchFamily="18" charset="0"/>
              </a:rPr>
              <a:t>Centralizes dataset creation</a:t>
            </a:r>
          </a:p>
          <a:p>
            <a:pPr marL="1257300" marR="0" lvl="2"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sz="1600" dirty="0">
                <a:solidFill>
                  <a:srgbClr val="003154"/>
                </a:solidFill>
                <a:latin typeface="Times New Roman" panose="02020603050405020304" pitchFamily="18" charset="0"/>
                <a:cs typeface="Times New Roman" panose="02020603050405020304" pitchFamily="18" charset="0"/>
              </a:rPr>
              <a:t>Streamlines preprocessing</a:t>
            </a:r>
          </a:p>
          <a:p>
            <a:pPr marL="1257300" marR="0" lvl="2"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sz="1600" dirty="0">
                <a:solidFill>
                  <a:srgbClr val="003154"/>
                </a:solidFill>
                <a:latin typeface="Times New Roman" panose="02020603050405020304" pitchFamily="18" charset="0"/>
                <a:cs typeface="Times New Roman" panose="02020603050405020304" pitchFamily="18" charset="0"/>
              </a:rPr>
              <a:t>Bundles the entire workflow into one </a:t>
            </a:r>
            <a:r>
              <a:rPr lang="en-US" altLang="en-US" sz="1600" dirty="0" smtClean="0">
                <a:solidFill>
                  <a:srgbClr val="003154"/>
                </a:solidFill>
                <a:latin typeface="Times New Roman" panose="02020603050405020304" pitchFamily="18" charset="0"/>
                <a:cs typeface="Times New Roman" panose="02020603050405020304" pitchFamily="18" charset="0"/>
              </a:rPr>
              <a:t>package</a:t>
            </a:r>
          </a:p>
          <a:p>
            <a:pPr marL="1257300" marR="0" lvl="2"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en-US" altLang="en-US" sz="1600" dirty="0" smtClean="0">
              <a:solidFill>
                <a:srgbClr val="003154"/>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sz="1600" b="1" dirty="0" err="1" smtClean="0">
                <a:solidFill>
                  <a:srgbClr val="003154"/>
                </a:solidFill>
                <a:latin typeface="Times New Roman" panose="02020603050405020304" pitchFamily="18" charset="0"/>
                <a:cs typeface="Times New Roman" panose="02020603050405020304" pitchFamily="18" charset="0"/>
              </a:rPr>
              <a:t>Multilabel</a:t>
            </a:r>
            <a:r>
              <a:rPr lang="en-US" altLang="en-US" sz="1600" b="1" dirty="0" smtClean="0">
                <a:solidFill>
                  <a:srgbClr val="003154"/>
                </a:solidFill>
                <a:latin typeface="Times New Roman" panose="02020603050405020304" pitchFamily="18" charset="0"/>
                <a:cs typeface="Times New Roman" panose="02020603050405020304" pitchFamily="18" charset="0"/>
              </a:rPr>
              <a:t> Class </a:t>
            </a:r>
            <a:r>
              <a:rPr lang="en-US" altLang="en-US" sz="1600" b="1" dirty="0">
                <a:solidFill>
                  <a:srgbClr val="003154"/>
                </a:solidFill>
                <a:latin typeface="Times New Roman" panose="02020603050405020304" pitchFamily="18" charset="0"/>
                <a:cs typeface="Times New Roman" panose="02020603050405020304" pitchFamily="18" charset="0"/>
              </a:rPr>
              <a:t>imbalance &amp; </a:t>
            </a:r>
            <a:r>
              <a:rPr lang="en-US" altLang="en-US" sz="1600" b="1" dirty="0" smtClean="0">
                <a:solidFill>
                  <a:srgbClr val="003154"/>
                </a:solidFill>
                <a:latin typeface="Times New Roman" panose="02020603050405020304" pitchFamily="18" charset="0"/>
                <a:cs typeface="Times New Roman" panose="02020603050405020304" pitchFamily="18" charset="0"/>
              </a:rPr>
              <a:t>Sampling - </a:t>
            </a:r>
            <a:r>
              <a:rPr lang="en-US" altLang="en-US" sz="1600" dirty="0" smtClean="0">
                <a:solidFill>
                  <a:srgbClr val="003154"/>
                </a:solidFill>
                <a:latin typeface="Times New Roman" panose="02020603050405020304" pitchFamily="18" charset="0"/>
                <a:cs typeface="Times New Roman" panose="02020603050405020304" pitchFamily="18" charset="0"/>
              </a:rPr>
              <a:t>Severe </a:t>
            </a:r>
            <a:r>
              <a:rPr lang="en-US" altLang="en-US" sz="1600" dirty="0">
                <a:solidFill>
                  <a:srgbClr val="003154"/>
                </a:solidFill>
                <a:latin typeface="Times New Roman" panose="02020603050405020304" pitchFamily="18" charset="0"/>
                <a:cs typeface="Times New Roman" panose="02020603050405020304" pitchFamily="18" charset="0"/>
              </a:rPr>
              <a:t>skew </a:t>
            </a:r>
            <a:r>
              <a:rPr lang="en-US" altLang="en-US" sz="1600" dirty="0" smtClean="0">
                <a:solidFill>
                  <a:srgbClr val="003154"/>
                </a:solidFill>
                <a:latin typeface="Times New Roman" panose="02020603050405020304" pitchFamily="18" charset="0"/>
                <a:cs typeface="Times New Roman" panose="02020603050405020304" pitchFamily="18" charset="0"/>
              </a:rPr>
              <a:t>class balance not handled well</a:t>
            </a:r>
          </a:p>
          <a:p>
            <a:pPr lvl="1" eaLnBrk="0" fontAlgn="base" hangingPunct="0">
              <a:spcBef>
                <a:spcPct val="0"/>
              </a:spcBef>
              <a:spcAft>
                <a:spcPct val="0"/>
              </a:spcAft>
              <a:buFontTx/>
              <a:buChar char="•"/>
            </a:pPr>
            <a:r>
              <a:rPr lang="en-US" altLang="en-US" sz="1600" dirty="0" smtClean="0">
                <a:solidFill>
                  <a:srgbClr val="003154"/>
                </a:solidFill>
                <a:latin typeface="Times New Roman" panose="02020603050405020304" pitchFamily="18" charset="0"/>
                <a:cs typeface="Times New Roman" panose="02020603050405020304" pitchFamily="18" charset="0"/>
              </a:rPr>
              <a:t>When tackled, researchers rely majorly on basic techniques:</a:t>
            </a:r>
          </a:p>
          <a:p>
            <a:pPr marL="1257300" lvl="2" indent="-342900" eaLnBrk="0" fontAlgn="base" hangingPunct="0">
              <a:spcBef>
                <a:spcPct val="0"/>
              </a:spcBef>
              <a:spcAft>
                <a:spcPct val="0"/>
              </a:spcAft>
              <a:buFont typeface="Wingdings" panose="05000000000000000000" pitchFamily="2" charset="2"/>
              <a:buChar char="§"/>
            </a:pPr>
            <a:r>
              <a:rPr lang="en-US" altLang="en-US" sz="1600" dirty="0" smtClean="0">
                <a:solidFill>
                  <a:srgbClr val="003154"/>
                </a:solidFill>
                <a:latin typeface="Times New Roman" panose="02020603050405020304" pitchFamily="18" charset="0"/>
                <a:cs typeface="Times New Roman" panose="02020603050405020304" pitchFamily="18" charset="0"/>
              </a:rPr>
              <a:t>Random </a:t>
            </a:r>
            <a:r>
              <a:rPr lang="en-US" altLang="en-US" sz="1600" dirty="0">
                <a:solidFill>
                  <a:srgbClr val="003154"/>
                </a:solidFill>
                <a:latin typeface="Times New Roman" panose="02020603050405020304" pitchFamily="18" charset="0"/>
                <a:cs typeface="Times New Roman" panose="02020603050405020304" pitchFamily="18" charset="0"/>
              </a:rPr>
              <a:t>oversampling</a:t>
            </a:r>
          </a:p>
          <a:p>
            <a:pPr marL="1257300" lvl="2" indent="-342900" eaLnBrk="0" fontAlgn="base" hangingPunct="0">
              <a:spcBef>
                <a:spcPct val="0"/>
              </a:spcBef>
              <a:spcAft>
                <a:spcPct val="0"/>
              </a:spcAft>
              <a:buFont typeface="Wingdings" panose="05000000000000000000" pitchFamily="2" charset="2"/>
              <a:buChar char="§"/>
            </a:pPr>
            <a:r>
              <a:rPr lang="en-US" altLang="en-US" sz="1600" dirty="0" smtClean="0">
                <a:solidFill>
                  <a:srgbClr val="003154"/>
                </a:solidFill>
                <a:latin typeface="Times New Roman" panose="02020603050405020304" pitchFamily="18" charset="0"/>
                <a:cs typeface="Times New Roman" panose="02020603050405020304" pitchFamily="18" charset="0"/>
              </a:rPr>
              <a:t>SMOTE</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9" name="Picture 8"/>
          <p:cNvPicPr>
            <a:picLocks noChangeAspect="1"/>
          </p:cNvPicPr>
          <p:nvPr/>
        </p:nvPicPr>
        <p:blipFill>
          <a:blip r:embed="rId3"/>
          <a:stretch>
            <a:fillRect/>
          </a:stretch>
        </p:blipFill>
        <p:spPr>
          <a:xfrm>
            <a:off x="2019044" y="1103306"/>
            <a:ext cx="408963" cy="779587"/>
          </a:xfrm>
          <a:prstGeom prst="rect">
            <a:avLst/>
          </a:prstGeom>
        </p:spPr>
      </p:pic>
      <p:pic>
        <p:nvPicPr>
          <p:cNvPr id="10" name="Picture 9"/>
          <p:cNvPicPr>
            <a:picLocks noChangeAspect="1"/>
          </p:cNvPicPr>
          <p:nvPr/>
        </p:nvPicPr>
        <p:blipFill>
          <a:blip r:embed="rId4"/>
          <a:stretch>
            <a:fillRect/>
          </a:stretch>
        </p:blipFill>
        <p:spPr>
          <a:xfrm>
            <a:off x="1971720" y="2144585"/>
            <a:ext cx="434275" cy="534492"/>
          </a:xfrm>
          <a:prstGeom prst="rect">
            <a:avLst/>
          </a:prstGeom>
        </p:spPr>
      </p:pic>
      <p:pic>
        <p:nvPicPr>
          <p:cNvPr id="11" name="Picture 10"/>
          <p:cNvPicPr>
            <a:picLocks noChangeAspect="1"/>
          </p:cNvPicPr>
          <p:nvPr/>
        </p:nvPicPr>
        <p:blipFill>
          <a:blip r:embed="rId5"/>
          <a:stretch>
            <a:fillRect/>
          </a:stretch>
        </p:blipFill>
        <p:spPr>
          <a:xfrm>
            <a:off x="1971720" y="2940769"/>
            <a:ext cx="503612" cy="459427"/>
          </a:xfrm>
          <a:prstGeom prst="rect">
            <a:avLst/>
          </a:prstGeom>
        </p:spPr>
      </p:pic>
      <p:pic>
        <p:nvPicPr>
          <p:cNvPr id="12" name="Picture 11"/>
          <p:cNvPicPr>
            <a:picLocks noChangeAspect="1"/>
          </p:cNvPicPr>
          <p:nvPr/>
        </p:nvPicPr>
        <p:blipFill>
          <a:blip r:embed="rId6"/>
          <a:stretch>
            <a:fillRect/>
          </a:stretch>
        </p:blipFill>
        <p:spPr>
          <a:xfrm>
            <a:off x="1954509" y="4154674"/>
            <a:ext cx="490533" cy="503614"/>
          </a:xfrm>
          <a:prstGeom prst="rect">
            <a:avLst/>
          </a:prstGeom>
        </p:spPr>
      </p:pic>
    </p:spTree>
    <p:extLst>
      <p:ext uri="{BB962C8B-B14F-4D97-AF65-F5344CB8AC3E}">
        <p14:creationId xmlns:p14="http://schemas.microsoft.com/office/powerpoint/2010/main" val="4054028850"/>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72080" y="316919"/>
            <a:ext cx="9479902" cy="387798"/>
          </a:xfrm>
          <a:noFill/>
          <a:ln>
            <a:noFill/>
          </a:ln>
        </p:spPr>
        <p:txBody>
          <a:bodyPr spcFirstLastPara="1" vert="horz" wrap="square" lIns="0" tIns="0" rIns="0" bIns="0" rtlCol="0" anchor="ctr" anchorCtr="0">
            <a:spAutoFit/>
          </a:bodyPr>
          <a:lstStyle/>
          <a:p>
            <a:pPr algn="ctr" defTabSz="914400">
              <a:lnSpc>
                <a:spcPct val="90000"/>
              </a:lnSpc>
              <a:spcBef>
                <a:spcPts val="0"/>
              </a:spcBef>
              <a:buClr>
                <a:srgbClr val="003154"/>
              </a:buClr>
              <a:buSzPts val="4000"/>
            </a:pPr>
            <a:r>
              <a:rPr lang="en-US" sz="2800" b="1" dirty="0">
                <a:solidFill>
                  <a:schemeClr val="tx1"/>
                </a:solidFill>
                <a:latin typeface="Times New Roman" panose="02020603050405020304" pitchFamily="18" charset="0"/>
                <a:ea typeface="Times New Roman"/>
                <a:cs typeface="Times New Roman" panose="02020603050405020304" pitchFamily="18" charset="0"/>
              </a:rPr>
              <a:t>Research </a:t>
            </a:r>
            <a:r>
              <a:rPr lang="en-US" sz="2800" b="1" dirty="0" smtClean="0">
                <a:solidFill>
                  <a:schemeClr val="tx1"/>
                </a:solidFill>
                <a:latin typeface="Times New Roman" panose="02020603050405020304" pitchFamily="18" charset="0"/>
                <a:ea typeface="Times New Roman"/>
                <a:cs typeface="Times New Roman" panose="02020603050405020304" pitchFamily="18" charset="0"/>
              </a:rPr>
              <a:t>Gaps </a:t>
            </a:r>
            <a:r>
              <a:rPr lang="en-US" sz="1400" dirty="0" smtClean="0">
                <a:solidFill>
                  <a:srgbClr val="FF0000"/>
                </a:solidFill>
                <a:sym typeface="Times New Roman"/>
              </a:rPr>
              <a:t>(Review Question)</a:t>
            </a:r>
            <a:endParaRPr lang="en-US" sz="2800" b="1" dirty="0">
              <a:solidFill>
                <a:schemeClr val="tx1"/>
              </a:solidFill>
              <a:latin typeface="Times New Roman" panose="02020603050405020304" pitchFamily="18" charset="0"/>
              <a:ea typeface="Times New Roman"/>
              <a:cs typeface="Times New Roman" panose="02020603050405020304" pitchFamily="18" charset="0"/>
            </a:endParaRPr>
          </a:p>
        </p:txBody>
      </p:sp>
      <p:sp>
        <p:nvSpPr>
          <p:cNvPr id="3" name="Content Placeholder 2"/>
          <p:cNvSpPr>
            <a:spLocks noGrp="1"/>
          </p:cNvSpPr>
          <p:nvPr>
            <p:ph idx="1"/>
          </p:nvPr>
        </p:nvSpPr>
        <p:spPr>
          <a:xfrm>
            <a:off x="1705652" y="954109"/>
            <a:ext cx="10229611" cy="5208143"/>
          </a:xfrm>
        </p:spPr>
        <p:txBody>
          <a:bodyPr>
            <a:noAutofit/>
          </a:bodyPr>
          <a:lstStyle/>
          <a:p>
            <a:pPr marL="228600" indent="-228600" defTabSz="914400">
              <a:lnSpc>
                <a:spcPct val="200000"/>
              </a:lnSpc>
              <a:spcBef>
                <a:spcPts val="0"/>
              </a:spcBef>
              <a:buClr>
                <a:srgbClr val="003154"/>
              </a:buClr>
              <a:buSzPts val="2000"/>
              <a:buFont typeface="Arial" panose="020B0604020202020204" pitchFamily="34" charset="0"/>
              <a:buChar char="•"/>
            </a:pPr>
            <a:r>
              <a:rPr lang="en-US" sz="1600" b="1" dirty="0" smtClean="0">
                <a:solidFill>
                  <a:srgbClr val="003154"/>
                </a:solidFill>
                <a:latin typeface="Times New Roman" panose="02020603050405020304" pitchFamily="18" charset="0"/>
                <a:cs typeface="Times New Roman" panose="02020603050405020304" pitchFamily="18" charset="0"/>
              </a:rPr>
              <a:t>  Absence </a:t>
            </a:r>
            <a:r>
              <a:rPr lang="en-US" sz="1600" b="1" dirty="0">
                <a:solidFill>
                  <a:srgbClr val="003154"/>
                </a:solidFill>
                <a:latin typeface="Times New Roman" panose="02020603050405020304" pitchFamily="18" charset="0"/>
                <a:cs typeface="Times New Roman" panose="02020603050405020304" pitchFamily="18" charset="0"/>
              </a:rPr>
              <a:t>of Multiclass/</a:t>
            </a:r>
            <a:r>
              <a:rPr lang="en-US" sz="1600" b="1" dirty="0" err="1">
                <a:solidFill>
                  <a:srgbClr val="003154"/>
                </a:solidFill>
                <a:latin typeface="Times New Roman" panose="02020603050405020304" pitchFamily="18" charset="0"/>
                <a:cs typeface="Times New Roman" panose="02020603050405020304" pitchFamily="18" charset="0"/>
              </a:rPr>
              <a:t>Multilabel</a:t>
            </a:r>
            <a:r>
              <a:rPr lang="en-US" sz="1600" b="1" dirty="0">
                <a:solidFill>
                  <a:srgbClr val="003154"/>
                </a:solidFill>
                <a:latin typeface="Times New Roman" panose="02020603050405020304" pitchFamily="18" charset="0"/>
                <a:cs typeface="Times New Roman" panose="02020603050405020304" pitchFamily="18" charset="0"/>
              </a:rPr>
              <a:t> Prediction- </a:t>
            </a:r>
            <a:r>
              <a:rPr lang="en-US" sz="1600" dirty="0">
                <a:solidFill>
                  <a:srgbClr val="003154"/>
                </a:solidFill>
                <a:latin typeface="Times New Roman" panose="02020603050405020304" pitchFamily="18" charset="0"/>
                <a:cs typeface="Times New Roman" panose="02020603050405020304" pitchFamily="18" charset="0"/>
              </a:rPr>
              <a:t>Multiclass/</a:t>
            </a:r>
            <a:r>
              <a:rPr lang="en-US" sz="1600" dirty="0" err="1">
                <a:solidFill>
                  <a:srgbClr val="003154"/>
                </a:solidFill>
                <a:latin typeface="Times New Roman" panose="02020603050405020304" pitchFamily="18" charset="0"/>
                <a:cs typeface="Times New Roman" panose="02020603050405020304" pitchFamily="18" charset="0"/>
              </a:rPr>
              <a:t>Multilabel</a:t>
            </a:r>
            <a:r>
              <a:rPr lang="en-US" sz="1600" dirty="0">
                <a:solidFill>
                  <a:srgbClr val="003154"/>
                </a:solidFill>
                <a:latin typeface="Times New Roman" panose="02020603050405020304" pitchFamily="18" charset="0"/>
                <a:cs typeface="Times New Roman" panose="02020603050405020304" pitchFamily="18" charset="0"/>
              </a:rPr>
              <a:t> studies are missing in most of the studies.</a:t>
            </a:r>
          </a:p>
          <a:p>
            <a:pPr marL="228600" indent="-228600" defTabSz="914400">
              <a:lnSpc>
                <a:spcPct val="200000"/>
              </a:lnSpc>
              <a:spcBef>
                <a:spcPts val="0"/>
              </a:spcBef>
              <a:buClr>
                <a:srgbClr val="003154"/>
              </a:buClr>
              <a:buSzPts val="2000"/>
              <a:buFont typeface="Arial" panose="020B0604020202020204" pitchFamily="34" charset="0"/>
              <a:buChar char="•"/>
            </a:pPr>
            <a:r>
              <a:rPr lang="en-US" sz="1600" b="1" dirty="0" smtClean="0">
                <a:solidFill>
                  <a:srgbClr val="003154"/>
                </a:solidFill>
                <a:latin typeface="Times New Roman" panose="02020603050405020304" pitchFamily="18" charset="0"/>
                <a:cs typeface="Times New Roman" panose="02020603050405020304" pitchFamily="18" charset="0"/>
              </a:rPr>
              <a:t>  Benchmark‐Only </a:t>
            </a:r>
            <a:r>
              <a:rPr lang="en-US" sz="1600" b="1" dirty="0">
                <a:solidFill>
                  <a:srgbClr val="003154"/>
                </a:solidFill>
                <a:latin typeface="Times New Roman" panose="02020603050405020304" pitchFamily="18" charset="0"/>
                <a:cs typeface="Times New Roman" panose="02020603050405020304" pitchFamily="18" charset="0"/>
              </a:rPr>
              <a:t>Datasets- </a:t>
            </a:r>
            <a:r>
              <a:rPr lang="en-US" sz="1600" dirty="0" smtClean="0">
                <a:solidFill>
                  <a:srgbClr val="003154"/>
                </a:solidFill>
                <a:latin typeface="Times New Roman" panose="02020603050405020304" pitchFamily="18" charset="0"/>
                <a:cs typeface="Times New Roman" panose="02020603050405020304" pitchFamily="18" charset="0"/>
              </a:rPr>
              <a:t>Majority of the studies used </a:t>
            </a:r>
            <a:r>
              <a:rPr lang="en-US" sz="1600" dirty="0">
                <a:solidFill>
                  <a:srgbClr val="003154"/>
                </a:solidFill>
                <a:latin typeface="Times New Roman" panose="02020603050405020304" pitchFamily="18" charset="0"/>
                <a:cs typeface="Times New Roman" panose="02020603050405020304" pitchFamily="18" charset="0"/>
              </a:rPr>
              <a:t>a handful of public benchmarks (NASA, PROMISE), </a:t>
            </a:r>
            <a:r>
              <a:rPr lang="en-US" sz="1600" dirty="0" smtClean="0">
                <a:solidFill>
                  <a:srgbClr val="003154"/>
                </a:solidFill>
                <a:latin typeface="Times New Roman" panose="02020603050405020304" pitchFamily="18" charset="0"/>
                <a:cs typeface="Times New Roman" panose="02020603050405020304" pitchFamily="18" charset="0"/>
              </a:rPr>
              <a:t> which </a:t>
            </a:r>
            <a:r>
              <a:rPr lang="en-US" sz="1600" dirty="0">
                <a:solidFill>
                  <a:srgbClr val="003154"/>
                </a:solidFill>
                <a:latin typeface="Times New Roman" panose="02020603050405020304" pitchFamily="18" charset="0"/>
                <a:cs typeface="Times New Roman" panose="02020603050405020304" pitchFamily="18" charset="0"/>
              </a:rPr>
              <a:t>don’t reflect the diversity of real‐world codebases or issue trackers.</a:t>
            </a:r>
          </a:p>
          <a:p>
            <a:pPr marL="228600" indent="-228600" defTabSz="914400">
              <a:lnSpc>
                <a:spcPct val="200000"/>
              </a:lnSpc>
              <a:spcBef>
                <a:spcPts val="0"/>
              </a:spcBef>
              <a:buClr>
                <a:srgbClr val="003154"/>
              </a:buClr>
              <a:buSzPts val="2000"/>
              <a:buFont typeface="Arial" panose="020B0604020202020204" pitchFamily="34" charset="0"/>
              <a:buChar char="•"/>
            </a:pPr>
            <a:r>
              <a:rPr lang="en-US" sz="1600" b="1" dirty="0" smtClean="0">
                <a:solidFill>
                  <a:srgbClr val="003154"/>
                </a:solidFill>
                <a:latin typeface="Times New Roman" panose="02020603050405020304" pitchFamily="18" charset="0"/>
                <a:cs typeface="Times New Roman" panose="02020603050405020304" pitchFamily="18" charset="0"/>
              </a:rPr>
              <a:t>  Underexploited advanced and pre-trained </a:t>
            </a:r>
            <a:r>
              <a:rPr lang="en-US" sz="1600" b="1" dirty="0">
                <a:solidFill>
                  <a:srgbClr val="003154"/>
                </a:solidFill>
                <a:latin typeface="Times New Roman" panose="02020603050405020304" pitchFamily="18" charset="0"/>
                <a:cs typeface="Times New Roman" panose="02020603050405020304" pitchFamily="18" charset="0"/>
              </a:rPr>
              <a:t>Models- </a:t>
            </a:r>
            <a:r>
              <a:rPr lang="en-US" sz="1600" dirty="0">
                <a:solidFill>
                  <a:srgbClr val="003154"/>
                </a:solidFill>
                <a:latin typeface="Times New Roman" panose="02020603050405020304" pitchFamily="18" charset="0"/>
                <a:cs typeface="Times New Roman" panose="02020603050405020304" pitchFamily="18" charset="0"/>
              </a:rPr>
              <a:t>Few works adapt large pre-trained code or language models (e.g. BERT) to defect prediction.</a:t>
            </a:r>
          </a:p>
          <a:p>
            <a:pPr marL="228600" indent="-228600" defTabSz="914400">
              <a:lnSpc>
                <a:spcPct val="200000"/>
              </a:lnSpc>
              <a:spcBef>
                <a:spcPts val="0"/>
              </a:spcBef>
              <a:buClr>
                <a:srgbClr val="003154"/>
              </a:buClr>
              <a:buSzPts val="2000"/>
              <a:buFont typeface="Arial" panose="020B0604020202020204" pitchFamily="34" charset="0"/>
              <a:buChar char="•"/>
            </a:pPr>
            <a:r>
              <a:rPr lang="en-US" sz="1600" b="1" dirty="0" smtClean="0">
                <a:solidFill>
                  <a:srgbClr val="003154"/>
                </a:solidFill>
                <a:latin typeface="Times New Roman" panose="02020603050405020304" pitchFamily="18" charset="0"/>
                <a:cs typeface="Times New Roman" panose="02020603050405020304" pitchFamily="18" charset="0"/>
              </a:rPr>
              <a:t>  No </a:t>
            </a:r>
            <a:r>
              <a:rPr lang="en-US" sz="1600" b="1" dirty="0">
                <a:solidFill>
                  <a:srgbClr val="003154"/>
                </a:solidFill>
                <a:latin typeface="Times New Roman" panose="02020603050405020304" pitchFamily="18" charset="0"/>
                <a:cs typeface="Times New Roman" panose="02020603050405020304" pitchFamily="18" charset="0"/>
              </a:rPr>
              <a:t>End-to-End Tooling- </a:t>
            </a:r>
            <a:r>
              <a:rPr lang="en-US" sz="1600" dirty="0">
                <a:solidFill>
                  <a:srgbClr val="003154"/>
                </a:solidFill>
                <a:latin typeface="Times New Roman" panose="02020603050405020304" pitchFamily="18" charset="0"/>
                <a:cs typeface="Times New Roman" panose="02020603050405020304" pitchFamily="18" charset="0"/>
              </a:rPr>
              <a:t>Despite many prototype scripts, there’s no GUI-driven or integrated framework that handles data retrieval, preprocessing, and ready to deploy dataset creation</a:t>
            </a:r>
          </a:p>
          <a:p>
            <a:pPr marL="228600" indent="-228600" defTabSz="914400">
              <a:lnSpc>
                <a:spcPct val="200000"/>
              </a:lnSpc>
              <a:spcBef>
                <a:spcPts val="0"/>
              </a:spcBef>
              <a:buClr>
                <a:srgbClr val="003154"/>
              </a:buClr>
              <a:buSzPts val="2000"/>
              <a:buFont typeface="Arial" panose="020B0604020202020204" pitchFamily="34" charset="0"/>
              <a:buChar char="•"/>
            </a:pPr>
            <a:r>
              <a:rPr lang="en-US" sz="1600" b="1" dirty="0" smtClean="0">
                <a:solidFill>
                  <a:srgbClr val="003154"/>
                </a:solidFill>
                <a:latin typeface="Times New Roman" panose="02020603050405020304" pitchFamily="18" charset="0"/>
                <a:cs typeface="Times New Roman" panose="02020603050405020304" pitchFamily="18" charset="0"/>
              </a:rPr>
              <a:t>  Unassessed </a:t>
            </a:r>
            <a:r>
              <a:rPr lang="en-US" sz="1600" b="1" dirty="0">
                <a:solidFill>
                  <a:srgbClr val="003154"/>
                </a:solidFill>
                <a:latin typeface="Times New Roman" panose="02020603050405020304" pitchFamily="18" charset="0"/>
                <a:cs typeface="Times New Roman" panose="02020603050405020304" pitchFamily="18" charset="0"/>
              </a:rPr>
              <a:t>imbalance impact: </a:t>
            </a:r>
            <a:r>
              <a:rPr lang="en-US" sz="1600" dirty="0">
                <a:solidFill>
                  <a:srgbClr val="003154"/>
                </a:solidFill>
                <a:latin typeface="Times New Roman" panose="02020603050405020304" pitchFamily="18" charset="0"/>
                <a:cs typeface="Times New Roman" panose="02020603050405020304" pitchFamily="18" charset="0"/>
              </a:rPr>
              <a:t>The effect of severe class skew on </a:t>
            </a:r>
            <a:r>
              <a:rPr lang="en-US" sz="1600" dirty="0" err="1">
                <a:solidFill>
                  <a:srgbClr val="003154"/>
                </a:solidFill>
                <a:latin typeface="Times New Roman" panose="02020603050405020304" pitchFamily="18" charset="0"/>
                <a:cs typeface="Times New Roman" panose="02020603050405020304" pitchFamily="18" charset="0"/>
              </a:rPr>
              <a:t>multilabel</a:t>
            </a:r>
            <a:r>
              <a:rPr lang="en-US" sz="1600" dirty="0">
                <a:solidFill>
                  <a:srgbClr val="003154"/>
                </a:solidFill>
                <a:latin typeface="Times New Roman" panose="02020603050405020304" pitchFamily="18" charset="0"/>
                <a:cs typeface="Times New Roman" panose="02020603050405020304" pitchFamily="18" charset="0"/>
              </a:rPr>
              <a:t> and multiclass prediction metrics (e.g., per‐label recall) remains largely unexplored.</a:t>
            </a:r>
          </a:p>
          <a:p>
            <a:pPr marL="228600" indent="-228600" defTabSz="914400">
              <a:lnSpc>
                <a:spcPct val="200000"/>
              </a:lnSpc>
              <a:spcBef>
                <a:spcPts val="0"/>
              </a:spcBef>
              <a:buClr>
                <a:srgbClr val="003154"/>
              </a:buClr>
              <a:buSzPts val="2000"/>
              <a:buFont typeface="Arial" panose="020B0604020202020204" pitchFamily="34" charset="0"/>
              <a:buChar char="•"/>
            </a:pPr>
            <a:endParaRPr lang="en-US" sz="1600" i="1" dirty="0">
              <a:solidFill>
                <a:srgbClr val="003154"/>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11117898" y="6162252"/>
            <a:ext cx="683339"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9954A3-9DFD-4C44-94BA-B95130A3BA1C}" type="slidenum">
              <a:rPr kumimoji="0" lang="en-US" sz="1000" b="0" i="0" u="none" strike="noStrike" kern="1200" cap="none" spc="0" normalizeH="0" baseline="0" noProof="0" smtClean="0">
                <a:ln>
                  <a:noFill/>
                </a:ln>
                <a:solidFill>
                  <a:schemeClr val="bg1">
                    <a:lumMod val="50000"/>
                  </a:schemeClr>
                </a:solidFill>
                <a:effectLst/>
                <a:uLnTx/>
                <a:uFillTx/>
                <a:latin typeface="Times New Roman" panose="02020603050405020304" pitchFamily="18" charset="0"/>
                <a:ea typeface="+mn-ea"/>
                <a:cs typeface="Times New Roman" panose="02020603050405020304" pitchFamily="18" charset="0"/>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mn-ea"/>
              <a:cs typeface="Times New Roman" panose="02020603050405020304" pitchFamily="18" charset="0"/>
            </a:endParaRPr>
          </a:p>
        </p:txBody>
      </p:sp>
      <p:sp>
        <p:nvSpPr>
          <p:cNvPr id="5" name="Date Placeholder 4"/>
          <p:cNvSpPr>
            <a:spLocks noGrp="1"/>
          </p:cNvSpPr>
          <p:nvPr>
            <p:ph type="dt" sz="half" idx="10"/>
          </p:nvPr>
        </p:nvSpPr>
        <p:spPr>
          <a:xfrm>
            <a:off x="645171" y="6162253"/>
            <a:ext cx="1464660" cy="365125"/>
          </a:xfrm>
        </p:spPr>
        <p:txBody>
          <a:bodyPr/>
          <a:lstStyle/>
          <a:p>
            <a:pPr algn="l"/>
            <a:fld id="{5F3D36D2-0A8B-47C0-8340-A4DD9577D6FD}" type="datetime1">
              <a:rPr lang="en-US" smtClean="0"/>
              <a:pPr algn="l"/>
              <a:t>12/6/2025</a:t>
            </a:fld>
            <a:endParaRPr lang="en-US" dirty="0"/>
          </a:p>
        </p:txBody>
      </p:sp>
      <p:pic>
        <p:nvPicPr>
          <p:cNvPr id="12" name="Picture 11"/>
          <p:cNvPicPr>
            <a:picLocks noChangeAspect="1"/>
          </p:cNvPicPr>
          <p:nvPr/>
        </p:nvPicPr>
        <p:blipFill>
          <a:blip r:embed="rId3"/>
          <a:stretch>
            <a:fillRect/>
          </a:stretch>
        </p:blipFill>
        <p:spPr>
          <a:xfrm>
            <a:off x="991142" y="3537683"/>
            <a:ext cx="700962" cy="516498"/>
          </a:xfrm>
          <a:prstGeom prst="rect">
            <a:avLst/>
          </a:prstGeom>
        </p:spPr>
      </p:pic>
      <p:pic>
        <p:nvPicPr>
          <p:cNvPr id="13" name="Picture 12"/>
          <p:cNvPicPr>
            <a:picLocks noChangeAspect="1"/>
          </p:cNvPicPr>
          <p:nvPr/>
        </p:nvPicPr>
        <p:blipFill>
          <a:blip r:embed="rId4"/>
          <a:stretch>
            <a:fillRect/>
          </a:stretch>
        </p:blipFill>
        <p:spPr>
          <a:xfrm>
            <a:off x="982636" y="2552945"/>
            <a:ext cx="680896" cy="635384"/>
          </a:xfrm>
          <a:prstGeom prst="rect">
            <a:avLst/>
          </a:prstGeom>
        </p:spPr>
      </p:pic>
      <p:pic>
        <p:nvPicPr>
          <p:cNvPr id="18" name="Picture 17"/>
          <p:cNvPicPr>
            <a:picLocks noChangeAspect="1"/>
          </p:cNvPicPr>
          <p:nvPr/>
        </p:nvPicPr>
        <p:blipFill>
          <a:blip r:embed="rId5"/>
          <a:stretch>
            <a:fillRect/>
          </a:stretch>
        </p:blipFill>
        <p:spPr>
          <a:xfrm>
            <a:off x="991142" y="1043214"/>
            <a:ext cx="714510" cy="506803"/>
          </a:xfrm>
          <a:prstGeom prst="rect">
            <a:avLst/>
          </a:prstGeom>
        </p:spPr>
      </p:pic>
      <p:pic>
        <p:nvPicPr>
          <p:cNvPr id="20" name="Picture 19"/>
          <p:cNvPicPr>
            <a:picLocks noChangeAspect="1"/>
          </p:cNvPicPr>
          <p:nvPr/>
        </p:nvPicPr>
        <p:blipFill>
          <a:blip r:embed="rId6"/>
          <a:stretch>
            <a:fillRect/>
          </a:stretch>
        </p:blipFill>
        <p:spPr>
          <a:xfrm>
            <a:off x="974130" y="1761461"/>
            <a:ext cx="689402" cy="468793"/>
          </a:xfrm>
          <a:prstGeom prst="rect">
            <a:avLst/>
          </a:prstGeom>
        </p:spPr>
      </p:pic>
      <p:pic>
        <p:nvPicPr>
          <p:cNvPr id="21" name="Picture 20"/>
          <p:cNvPicPr>
            <a:picLocks noChangeAspect="1"/>
          </p:cNvPicPr>
          <p:nvPr/>
        </p:nvPicPr>
        <p:blipFill>
          <a:blip r:embed="rId7"/>
          <a:stretch>
            <a:fillRect/>
          </a:stretch>
        </p:blipFill>
        <p:spPr>
          <a:xfrm>
            <a:off x="974130" y="4519026"/>
            <a:ext cx="731565" cy="634023"/>
          </a:xfrm>
          <a:prstGeom prst="rect">
            <a:avLst/>
          </a:prstGeom>
        </p:spPr>
      </p:pic>
    </p:spTree>
    <p:extLst>
      <p:ext uri="{BB962C8B-B14F-4D97-AF65-F5344CB8AC3E}">
        <p14:creationId xmlns:p14="http://schemas.microsoft.com/office/powerpoint/2010/main" val="38152016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43D22802-5CE2-463C-97A3-C03F90146376}"/>
              </a:ext>
            </a:extLst>
          </p:cNvPr>
          <p:cNvSpPr>
            <a:spLocks noGrp="1"/>
          </p:cNvSpPr>
          <p:nvPr>
            <p:ph type="sldNum" sz="quarter" idx="12"/>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1pPr>
            <a:lvl2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2pPr>
            <a:lvl3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3pPr>
            <a:lvl4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4pPr>
            <a:lvl5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5pPr>
            <a:lvl6pPr marL="2281245" indent="-207386" defTabSz="407571" eaLnBrk="0" fontAlgn="base" hangingPunct="0">
              <a:lnSpc>
                <a:spcPct val="113000"/>
              </a:lnSpc>
              <a:spcBef>
                <a:spcPct val="0"/>
              </a:spcBef>
              <a:spcAft>
                <a:spcPct val="0"/>
              </a:spcAft>
              <a:buClr>
                <a:srgbClr val="000000"/>
              </a:buClr>
              <a:buSzPct val="100000"/>
              <a:buFont typeface="Times New Roman" panose="02020603050405020304" pitchFamily="18" charset="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6pPr>
            <a:lvl7pPr marL="2696017" indent="-207386" defTabSz="407571" eaLnBrk="0" fontAlgn="base" hangingPunct="0">
              <a:lnSpc>
                <a:spcPct val="113000"/>
              </a:lnSpc>
              <a:spcBef>
                <a:spcPct val="0"/>
              </a:spcBef>
              <a:spcAft>
                <a:spcPct val="0"/>
              </a:spcAft>
              <a:buClr>
                <a:srgbClr val="000000"/>
              </a:buClr>
              <a:buSzPct val="100000"/>
              <a:buFont typeface="Times New Roman" panose="02020603050405020304" pitchFamily="18" charset="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7pPr>
            <a:lvl8pPr marL="3110789" indent="-207386" defTabSz="407571" eaLnBrk="0" fontAlgn="base" hangingPunct="0">
              <a:lnSpc>
                <a:spcPct val="113000"/>
              </a:lnSpc>
              <a:spcBef>
                <a:spcPct val="0"/>
              </a:spcBef>
              <a:spcAft>
                <a:spcPct val="0"/>
              </a:spcAft>
              <a:buClr>
                <a:srgbClr val="000000"/>
              </a:buClr>
              <a:buSzPct val="100000"/>
              <a:buFont typeface="Times New Roman" panose="02020603050405020304" pitchFamily="18" charset="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8pPr>
            <a:lvl9pPr marL="3525561" indent="-207386" defTabSz="407571" eaLnBrk="0" fontAlgn="base" hangingPunct="0">
              <a:lnSpc>
                <a:spcPct val="113000"/>
              </a:lnSpc>
              <a:spcBef>
                <a:spcPct val="0"/>
              </a:spcBef>
              <a:spcAft>
                <a:spcPct val="0"/>
              </a:spcAft>
              <a:buClr>
                <a:srgbClr val="000000"/>
              </a:buClr>
              <a:buSzPct val="100000"/>
              <a:buFont typeface="Times New Roman" panose="02020603050405020304" pitchFamily="18" charset="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9pPr>
          </a:lstStyle>
          <a:p>
            <a:pPr eaLnBrk="1"/>
            <a:fld id="{4CF8C01C-AE2D-4A8C-A17C-51FDE8C2BDDF}" type="slidenum">
              <a:rPr lang="en-IN" altLang="en-US" sz="1200">
                <a:solidFill>
                  <a:schemeClr val="bg1">
                    <a:lumMod val="65000"/>
                  </a:schemeClr>
                </a:solidFill>
                <a:latin typeface="Times New Roman" panose="02020603050405020304" pitchFamily="18" charset="0"/>
                <a:cs typeface="Times New Roman" panose="02020603050405020304" pitchFamily="18" charset="0"/>
              </a:rPr>
              <a:pPr eaLnBrk="1"/>
              <a:t>12</a:t>
            </a:fld>
            <a:endParaRPr lang="en-IN" altLang="en-US" sz="12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12291" name="Rectangle 1">
            <a:extLst>
              <a:ext uri="{FF2B5EF4-FFF2-40B4-BE49-F238E27FC236}">
                <a16:creationId xmlns:a16="http://schemas.microsoft.com/office/drawing/2014/main" id="{54736F6E-7B31-4C4B-86C9-926C15C4113B}"/>
              </a:ext>
            </a:extLst>
          </p:cNvPr>
          <p:cNvSpPr>
            <a:spLocks noGrp="1" noChangeArrowheads="1"/>
          </p:cNvSpPr>
          <p:nvPr>
            <p:ph type="title" idx="4294967295"/>
          </p:nvPr>
        </p:nvSpPr>
        <p:spPr>
          <a:xfrm>
            <a:off x="818547" y="106176"/>
            <a:ext cx="9893289" cy="614982"/>
          </a:xfrm>
          <a:noFill/>
          <a:ln>
            <a:noFill/>
          </a:ln>
        </p:spPr>
        <p:txBody>
          <a:bodyPr spcFirstLastPara="1" vert="horz" wrap="square" lIns="91425" tIns="45700" rIns="91425" bIns="45700" rtlCol="0" anchor="ctr" anchorCtr="0">
            <a:normAutofit/>
          </a:bodyPr>
          <a:lstStyle/>
          <a:p>
            <a:pPr algn="ctr">
              <a:spcBef>
                <a:spcPts val="0"/>
              </a:spcBef>
              <a:buClr>
                <a:srgbClr val="003154"/>
              </a:buClr>
              <a:buSzPts val="4000"/>
              <a:buFont typeface="Palatino Linotype"/>
            </a:pPr>
            <a:r>
              <a:rPr lang="en-US" altLang="en-US" sz="2800" b="1" dirty="0">
                <a:latin typeface="Times New Roman" panose="02020603050405020304" pitchFamily="18" charset="0"/>
                <a:cs typeface="Times New Roman" panose="02020603050405020304" pitchFamily="18" charset="0"/>
              </a:rPr>
              <a:t>Problem Statement and Objectives</a:t>
            </a:r>
            <a:endParaRPr lang="en-IN" altLang="en-US" sz="2800" b="1" dirty="0">
              <a:latin typeface="Times New Roman" panose="02020603050405020304" pitchFamily="18" charset="0"/>
              <a:cs typeface="Times New Roman" panose="02020603050405020304" pitchFamily="18" charset="0"/>
            </a:endParaRPr>
          </a:p>
        </p:txBody>
      </p:sp>
      <p:sp>
        <p:nvSpPr>
          <p:cNvPr id="10244" name="Rectangle 2">
            <a:extLst>
              <a:ext uri="{FF2B5EF4-FFF2-40B4-BE49-F238E27FC236}">
                <a16:creationId xmlns:a16="http://schemas.microsoft.com/office/drawing/2014/main" id="{7EEF5191-E021-4929-826F-D37D3CCA02F8}"/>
              </a:ext>
            </a:extLst>
          </p:cNvPr>
          <p:cNvSpPr>
            <a:spLocks noGrp="1" noChangeArrowheads="1"/>
          </p:cNvSpPr>
          <p:nvPr>
            <p:ph type="body" idx="4294967295"/>
          </p:nvPr>
        </p:nvSpPr>
        <p:spPr>
          <a:xfrm>
            <a:off x="1088661" y="791944"/>
            <a:ext cx="10027014" cy="5008782"/>
          </a:xfrm>
          <a:noFill/>
          <a:ln>
            <a:noFill/>
          </a:ln>
        </p:spPr>
        <p:txBody>
          <a:bodyPr spcFirstLastPara="1" vert="horz" wrap="square" lIns="91425" tIns="45700" rIns="91425" bIns="45700" rtlCol="0" anchor="t" anchorCtr="0">
            <a:normAutofit/>
          </a:bodyPr>
          <a:lstStyle/>
          <a:p>
            <a:pPr marL="0" indent="0" algn="just">
              <a:lnSpc>
                <a:spcPct val="200000"/>
              </a:lnSpc>
              <a:spcBef>
                <a:spcPts val="0"/>
              </a:spcBef>
              <a:buClr>
                <a:srgbClr val="003154"/>
              </a:buClr>
              <a:buSzPts val="2000"/>
              <a:buNone/>
            </a:pPr>
            <a:r>
              <a:rPr lang="en-IN" altLang="en-US" sz="1800" b="1" dirty="0">
                <a:latin typeface="Times New Roman" panose="02020603050405020304" pitchFamily="18" charset="0"/>
                <a:cs typeface="Times New Roman" panose="02020603050405020304" pitchFamily="18" charset="0"/>
              </a:rPr>
              <a:t>Problem Statement:    </a:t>
            </a:r>
          </a:p>
          <a:p>
            <a:pPr marL="0" indent="0" algn="just">
              <a:lnSpc>
                <a:spcPct val="200000"/>
              </a:lnSpc>
              <a:spcBef>
                <a:spcPts val="0"/>
              </a:spcBef>
              <a:buClr>
                <a:srgbClr val="003154"/>
              </a:buClr>
              <a:buSzPts val="2000"/>
              <a:buNone/>
            </a:pPr>
            <a:r>
              <a:rPr lang="en-US" sz="1800" dirty="0">
                <a:solidFill>
                  <a:srgbClr val="003154"/>
                </a:solidFill>
                <a:latin typeface="Times New Roman" panose="02020603050405020304" pitchFamily="18" charset="0"/>
                <a:cs typeface="Times New Roman" panose="02020603050405020304" pitchFamily="18" charset="0"/>
              </a:rPr>
              <a:t>To develop an end-to-end AI system for </a:t>
            </a:r>
            <a:r>
              <a:rPr lang="en-US" sz="1800" dirty="0" err="1">
                <a:solidFill>
                  <a:srgbClr val="003154"/>
                </a:solidFill>
                <a:latin typeface="Times New Roman" panose="02020603050405020304" pitchFamily="18" charset="0"/>
                <a:cs typeface="Times New Roman" panose="02020603050405020304" pitchFamily="18" charset="0"/>
              </a:rPr>
              <a:t>Multilabel</a:t>
            </a:r>
            <a:r>
              <a:rPr lang="en-US" sz="1800" dirty="0">
                <a:solidFill>
                  <a:srgbClr val="003154"/>
                </a:solidFill>
                <a:latin typeface="Times New Roman" panose="02020603050405020304" pitchFamily="18" charset="0"/>
                <a:cs typeface="Times New Roman" panose="02020603050405020304" pitchFamily="18" charset="0"/>
              </a:rPr>
              <a:t> defect triage, including automated recommendation for software module where code changes required to resolve identified defect.</a:t>
            </a:r>
            <a:endParaRPr lang="en-IN" altLang="en-US" sz="1800" dirty="0">
              <a:solidFill>
                <a:srgbClr val="003154"/>
              </a:solidFill>
              <a:latin typeface="Times New Roman" panose="02020603050405020304" pitchFamily="18" charset="0"/>
              <a:cs typeface="Times New Roman" panose="02020603050405020304" pitchFamily="18" charset="0"/>
            </a:endParaRPr>
          </a:p>
          <a:p>
            <a:pPr marL="0" indent="0" algn="just">
              <a:lnSpc>
                <a:spcPct val="200000"/>
              </a:lnSpc>
              <a:spcBef>
                <a:spcPts val="0"/>
              </a:spcBef>
              <a:buClr>
                <a:srgbClr val="003154"/>
              </a:buClr>
              <a:buSzPts val="2000"/>
              <a:buNone/>
            </a:pPr>
            <a:r>
              <a:rPr lang="en-IN" altLang="en-US" sz="1800" b="1" dirty="0">
                <a:latin typeface="Times New Roman" panose="02020603050405020304" pitchFamily="18" charset="0"/>
                <a:cs typeface="Times New Roman" panose="02020603050405020304" pitchFamily="18" charset="0"/>
              </a:rPr>
              <a:t>Objectives :</a:t>
            </a:r>
          </a:p>
          <a:p>
            <a:pPr marL="342900" indent="-342900" algn="just">
              <a:lnSpc>
                <a:spcPct val="200000"/>
              </a:lnSpc>
              <a:spcBef>
                <a:spcPts val="0"/>
              </a:spcBef>
              <a:buClr>
                <a:srgbClr val="003154"/>
              </a:buClr>
              <a:buSzPts val="2000"/>
              <a:buFont typeface="+mj-lt"/>
              <a:buAutoNum type="arabicPeriod"/>
            </a:pPr>
            <a:r>
              <a:rPr lang="en-US" sz="1800" dirty="0">
                <a:solidFill>
                  <a:srgbClr val="003154"/>
                </a:solidFill>
                <a:latin typeface="Times New Roman" panose="02020603050405020304" pitchFamily="18" charset="0"/>
                <a:cs typeface="Times New Roman" panose="02020603050405020304" pitchFamily="18" charset="0"/>
              </a:rPr>
              <a:t>Development of defect dataset and performing data wrangling, data preprocessing.</a:t>
            </a:r>
            <a:endParaRPr lang="en-IN" sz="1800" dirty="0">
              <a:solidFill>
                <a:srgbClr val="003154"/>
              </a:solidFill>
              <a:latin typeface="Times New Roman" panose="02020603050405020304" pitchFamily="18" charset="0"/>
              <a:cs typeface="Times New Roman" panose="02020603050405020304" pitchFamily="18" charset="0"/>
            </a:endParaRPr>
          </a:p>
          <a:p>
            <a:pPr marL="342900" indent="-342900" algn="just">
              <a:lnSpc>
                <a:spcPct val="200000"/>
              </a:lnSpc>
              <a:spcBef>
                <a:spcPts val="0"/>
              </a:spcBef>
              <a:buClr>
                <a:srgbClr val="003154"/>
              </a:buClr>
              <a:buSzPts val="2000"/>
              <a:buFont typeface="+mj-lt"/>
              <a:buAutoNum type="arabicPeriod"/>
            </a:pPr>
            <a:r>
              <a:rPr lang="en-US" sz="1800" dirty="0">
                <a:solidFill>
                  <a:srgbClr val="003154"/>
                </a:solidFill>
                <a:latin typeface="Times New Roman" panose="02020603050405020304" pitchFamily="18" charset="0"/>
                <a:cs typeface="Times New Roman" panose="02020603050405020304" pitchFamily="18" charset="0"/>
              </a:rPr>
              <a:t>To perform Multi-Label classification of defects using artificial intelligence techniques. </a:t>
            </a:r>
          </a:p>
          <a:p>
            <a:pPr marL="342900" indent="-342900" algn="just">
              <a:lnSpc>
                <a:spcPct val="200000"/>
              </a:lnSpc>
              <a:spcBef>
                <a:spcPts val="0"/>
              </a:spcBef>
              <a:buClr>
                <a:srgbClr val="003154"/>
              </a:buClr>
              <a:buSzPts val="2000"/>
              <a:buFont typeface="+mj-lt"/>
              <a:buAutoNum type="arabicPeriod"/>
            </a:pPr>
            <a:r>
              <a:rPr lang="en-US" sz="1800" dirty="0">
                <a:solidFill>
                  <a:srgbClr val="003154"/>
                </a:solidFill>
                <a:latin typeface="Times New Roman" panose="02020603050405020304" pitchFamily="18" charset="0"/>
                <a:cs typeface="Times New Roman" panose="02020603050405020304" pitchFamily="18" charset="0"/>
              </a:rPr>
              <a:t>To predict the code changes required to fix the defects using artificial intelligence techniques.</a:t>
            </a:r>
            <a:endParaRPr lang="en-IN" sz="1800" dirty="0">
              <a:solidFill>
                <a:srgbClr val="003154"/>
              </a:solidFill>
              <a:latin typeface="Times New Roman" panose="02020603050405020304" pitchFamily="18" charset="0"/>
              <a:cs typeface="Times New Roman" panose="02020603050405020304" pitchFamily="18" charset="0"/>
            </a:endParaRPr>
          </a:p>
          <a:p>
            <a:pPr marL="342900" indent="-342900" algn="just">
              <a:lnSpc>
                <a:spcPct val="200000"/>
              </a:lnSpc>
              <a:spcBef>
                <a:spcPts val="0"/>
              </a:spcBef>
              <a:buClr>
                <a:srgbClr val="003154"/>
              </a:buClr>
              <a:buSzPts val="2000"/>
              <a:buFont typeface="+mj-lt"/>
              <a:buAutoNum type="arabicPeriod"/>
            </a:pPr>
            <a:r>
              <a:rPr lang="en-US" sz="1800" dirty="0">
                <a:solidFill>
                  <a:srgbClr val="003154"/>
                </a:solidFill>
                <a:latin typeface="Times New Roman" panose="02020603050405020304" pitchFamily="18" charset="0"/>
                <a:cs typeface="Times New Roman" panose="02020603050405020304" pitchFamily="18" charset="0"/>
              </a:rPr>
              <a:t>To develop a tool with artificial intelligence techniques, to generate the futuristic recommendations.</a:t>
            </a:r>
            <a:endParaRPr lang="en-IN" sz="1800" dirty="0">
              <a:solidFill>
                <a:srgbClr val="003154"/>
              </a:solidFill>
              <a:latin typeface="Times New Roman" panose="02020603050405020304" pitchFamily="18" charset="0"/>
              <a:cs typeface="Times New Roman" panose="02020603050405020304" pitchFamily="18" charset="0"/>
            </a:endParaRPr>
          </a:p>
          <a:p>
            <a:pPr algn="just">
              <a:lnSpc>
                <a:spcPct val="200000"/>
              </a:lnSpc>
              <a:spcBef>
                <a:spcPts val="0"/>
              </a:spcBef>
              <a:buClr>
                <a:srgbClr val="003154"/>
              </a:buClr>
              <a:buSzPts val="2000"/>
            </a:pPr>
            <a:endParaRPr lang="en-US" sz="1800" dirty="0">
              <a:solidFill>
                <a:srgbClr val="003154"/>
              </a:solidFill>
              <a:latin typeface="Times New Roman" panose="02020603050405020304" pitchFamily="18" charset="0"/>
              <a:cs typeface="Times New Roman" panose="02020603050405020304" pitchFamily="18" charset="0"/>
            </a:endParaRPr>
          </a:p>
          <a:p>
            <a:pPr algn="just">
              <a:lnSpc>
                <a:spcPct val="200000"/>
              </a:lnSpc>
              <a:spcBef>
                <a:spcPts val="0"/>
              </a:spcBef>
              <a:buClr>
                <a:srgbClr val="003154"/>
              </a:buClr>
              <a:buSzPts val="2000"/>
            </a:pPr>
            <a:endParaRPr lang="en-US" sz="1800" dirty="0">
              <a:solidFill>
                <a:srgbClr val="003154"/>
              </a:solidFill>
              <a:latin typeface="Times New Roman" panose="02020603050405020304" pitchFamily="18" charset="0"/>
              <a:cs typeface="Times New Roman" panose="02020603050405020304" pitchFamily="18" charset="0"/>
            </a:endParaRPr>
          </a:p>
          <a:p>
            <a:pPr algn="just">
              <a:lnSpc>
                <a:spcPct val="200000"/>
              </a:lnSpc>
              <a:spcBef>
                <a:spcPts val="0"/>
              </a:spcBef>
              <a:buClr>
                <a:srgbClr val="003154"/>
              </a:buClr>
              <a:buSzPts val="2000"/>
            </a:pPr>
            <a:endParaRPr lang="en-US" sz="1800" dirty="0">
              <a:solidFill>
                <a:srgbClr val="003154"/>
              </a:solidFill>
              <a:latin typeface="Times New Roman" panose="02020603050405020304" pitchFamily="18" charset="0"/>
              <a:cs typeface="Times New Roman" panose="02020603050405020304" pitchFamily="18" charset="0"/>
            </a:endParaRPr>
          </a:p>
          <a:p>
            <a:pPr algn="just">
              <a:lnSpc>
                <a:spcPct val="200000"/>
              </a:lnSpc>
              <a:spcBef>
                <a:spcPts val="0"/>
              </a:spcBef>
              <a:buClr>
                <a:srgbClr val="003154"/>
              </a:buClr>
              <a:buSzPts val="2000"/>
            </a:pPr>
            <a:endParaRPr lang="en-IN" sz="1800" dirty="0">
              <a:solidFill>
                <a:srgbClr val="003154"/>
              </a:solidFill>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E09A6AED-1EA3-4B3F-BA9B-4CF3D59DB9CA}" type="datetime1">
              <a:rPr lang="en-US" smtClean="0"/>
              <a:t>12/6/2025</a:t>
            </a:fld>
            <a:endParaRPr lang="en-US" dirty="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2"/>
          <p:cNvSpPr txBox="1">
            <a:spLocks noGrp="1"/>
          </p:cNvSpPr>
          <p:nvPr>
            <p:ph type="dt" sz="half"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1F63C57A-CC83-49CD-91A4-5F0E766FBA13}" type="datetime1">
              <a:rPr lang="en-US" smtClean="0"/>
              <a:t>12/6/2025</a:t>
            </a:fld>
            <a:endParaRPr/>
          </a:p>
        </p:txBody>
      </p:sp>
      <p:sp>
        <p:nvSpPr>
          <p:cNvPr id="2" name="Slide Number Placeholder 1">
            <a:extLst>
              <a:ext uri="{FF2B5EF4-FFF2-40B4-BE49-F238E27FC236}">
                <a16:creationId xmlns:a16="http://schemas.microsoft.com/office/drawing/2014/main" id="{9602E918-3703-46C8-BF1F-1C6E1352F67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13</a:t>
            </a:fld>
            <a:endParaRPr lang="en-US" dirty="0"/>
          </a:p>
        </p:txBody>
      </p:sp>
      <p:sp>
        <p:nvSpPr>
          <p:cNvPr id="220" name="Google Shape;220;p12"/>
          <p:cNvSpPr txBox="1"/>
          <p:nvPr/>
        </p:nvSpPr>
        <p:spPr>
          <a:xfrm>
            <a:off x="578498" y="121810"/>
            <a:ext cx="10472078" cy="67819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003154"/>
              </a:buClr>
              <a:buSzPts val="4000"/>
              <a:buFont typeface="Times New Roman"/>
              <a:buNone/>
            </a:pPr>
            <a:r>
              <a:rPr lang="en-US" sz="2800" b="1" i="0" u="none" strike="noStrike" cap="none" dirty="0">
                <a:latin typeface="Times New Roman" panose="02020603050405020304" pitchFamily="18" charset="0"/>
                <a:ea typeface="Times New Roman"/>
                <a:cs typeface="Times New Roman" panose="02020603050405020304" pitchFamily="18" charset="0"/>
                <a:sym typeface="Times New Roman"/>
              </a:rPr>
              <a:t>Objective 1 : Developing a dataset</a:t>
            </a:r>
            <a:endParaRPr sz="2800" dirty="0">
              <a:latin typeface="Times New Roman" panose="02020603050405020304" pitchFamily="18" charset="0"/>
              <a:cs typeface="Times New Roman" panose="02020603050405020304" pitchFamily="18" charset="0"/>
            </a:endParaRPr>
          </a:p>
          <a:p>
            <a:pPr marL="0" marR="0" lvl="0" indent="0" algn="ctr" rtl="0">
              <a:lnSpc>
                <a:spcPct val="90000"/>
              </a:lnSpc>
              <a:spcBef>
                <a:spcPts val="0"/>
              </a:spcBef>
              <a:spcAft>
                <a:spcPts val="0"/>
              </a:spcAft>
              <a:buClr>
                <a:schemeClr val="dk1"/>
              </a:buClr>
              <a:buSzPts val="4000"/>
              <a:buFont typeface="Century Gothic"/>
              <a:buNone/>
            </a:pPr>
            <a:endParaRPr sz="2800" b="1" i="0" u="none" strike="noStrike" cap="none" dirty="0">
              <a:latin typeface="Times New Roman" panose="02020603050405020304" pitchFamily="18" charset="0"/>
              <a:ea typeface="Times New Roman"/>
              <a:cs typeface="Times New Roman" panose="02020603050405020304" pitchFamily="18" charset="0"/>
              <a:sym typeface="Times New Roman"/>
            </a:endParaRPr>
          </a:p>
        </p:txBody>
      </p:sp>
      <p:sp>
        <p:nvSpPr>
          <p:cNvPr id="4" name="Rectangle 1"/>
          <p:cNvSpPr>
            <a:spLocks noChangeArrowheads="1"/>
          </p:cNvSpPr>
          <p:nvPr/>
        </p:nvSpPr>
        <p:spPr bwMode="auto">
          <a:xfrm>
            <a:off x="1443318" y="6002510"/>
            <a:ext cx="981711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cs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5.</a:t>
            </a:r>
            <a:r>
              <a:rPr kumimoji="0" lang="en-US" altLang="en-US" sz="1200" b="0" i="1"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Example of </a:t>
            </a:r>
            <a:r>
              <a:rPr kumimoji="0" lang="en-US" altLang="en-US" sz="1200" b="0" i="1" u="none" strike="noStrike" cap="none" normalizeH="0" baseline="0" dirty="0" err="1">
                <a:ln>
                  <a:noFill/>
                </a:ln>
                <a:solidFill>
                  <a:schemeClr val="tx1"/>
                </a:solidFill>
                <a:effectLst/>
                <a:latin typeface="Arial" panose="020B0604020202020204" pitchFamily="34" charset="0"/>
                <a:cs typeface="Arial" panose="020B0604020202020204" pitchFamily="34" charset="0"/>
              </a:rPr>
              <a:t>Multilabel</a:t>
            </a:r>
            <a:r>
              <a:rPr kumimoji="0" lang="en-US" altLang="en-US" sz="12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 defect records from GitHub issues, showcasing simultaneous assignment of bug, blocker, and regression labels.</a:t>
            </a:r>
          </a:p>
        </p:txBody>
      </p:sp>
      <p:pic>
        <p:nvPicPr>
          <p:cNvPr id="6" name="Picture 5"/>
          <p:cNvPicPr>
            <a:picLocks noChangeAspect="1"/>
          </p:cNvPicPr>
          <p:nvPr/>
        </p:nvPicPr>
        <p:blipFill>
          <a:blip r:embed="rId3"/>
          <a:stretch>
            <a:fillRect/>
          </a:stretch>
        </p:blipFill>
        <p:spPr>
          <a:xfrm>
            <a:off x="1538567" y="571956"/>
            <a:ext cx="9367557" cy="5362193"/>
          </a:xfrm>
          <a:prstGeom prst="rect">
            <a:avLst/>
          </a:prstGeom>
        </p:spPr>
      </p:pic>
    </p:spTree>
    <p:extLst>
      <p:ext uri="{BB962C8B-B14F-4D97-AF65-F5344CB8AC3E}">
        <p14:creationId xmlns:p14="http://schemas.microsoft.com/office/powerpoint/2010/main" val="6592853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2"/>
          <p:cNvSpPr txBox="1">
            <a:spLocks noGrp="1"/>
          </p:cNvSpPr>
          <p:nvPr>
            <p:ph type="dt" sz="half"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1F63C57A-CC83-49CD-91A4-5F0E766FBA13}" type="datetime1">
              <a:rPr lang="en-US" smtClean="0"/>
              <a:t>12/6/2025</a:t>
            </a:fld>
            <a:endParaRPr/>
          </a:p>
        </p:txBody>
      </p:sp>
      <p:sp>
        <p:nvSpPr>
          <p:cNvPr id="2" name="Slide Number Placeholder 1">
            <a:extLst>
              <a:ext uri="{FF2B5EF4-FFF2-40B4-BE49-F238E27FC236}">
                <a16:creationId xmlns:a16="http://schemas.microsoft.com/office/drawing/2014/main" id="{9602E918-3703-46C8-BF1F-1C6E1352F67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14</a:t>
            </a:fld>
            <a:endParaRPr lang="en-US" dirty="0"/>
          </a:p>
        </p:txBody>
      </p:sp>
      <p:sp>
        <p:nvSpPr>
          <p:cNvPr id="220" name="Google Shape;220;p12"/>
          <p:cNvSpPr txBox="1"/>
          <p:nvPr/>
        </p:nvSpPr>
        <p:spPr>
          <a:xfrm>
            <a:off x="578497" y="121810"/>
            <a:ext cx="10544909" cy="678190"/>
          </a:xfrm>
          <a:prstGeom prst="rect">
            <a:avLst/>
          </a:prstGeom>
          <a:noFill/>
          <a:ln>
            <a:noFill/>
          </a:ln>
        </p:spPr>
        <p:txBody>
          <a:bodyPr spcFirstLastPara="1" wrap="square" lIns="91425" tIns="45700" rIns="91425" bIns="45700" anchor="t" anchorCtr="0">
            <a:normAutofit fontScale="92500"/>
          </a:bodyPr>
          <a:lstStyle/>
          <a:p>
            <a:pPr lvl="0" algn="ctr">
              <a:lnSpc>
                <a:spcPct val="90000"/>
              </a:lnSpc>
              <a:buClr>
                <a:srgbClr val="003154"/>
              </a:buClr>
              <a:buSzPts val="4000"/>
            </a:pPr>
            <a:r>
              <a:rPr lang="en-US" sz="2800" b="1" i="0" u="none" strike="noStrike" cap="none" dirty="0">
                <a:latin typeface="Times New Roman" panose="02020603050405020304" pitchFamily="18" charset="0"/>
                <a:ea typeface="Times New Roman"/>
                <a:cs typeface="Times New Roman" panose="02020603050405020304" pitchFamily="18" charset="0"/>
                <a:sym typeface="Times New Roman"/>
              </a:rPr>
              <a:t>Objective 1 </a:t>
            </a:r>
            <a:r>
              <a:rPr lang="en-US" sz="2800" b="1" i="0" u="none" strike="noStrike" cap="none" dirty="0" smtClean="0">
                <a:latin typeface="Times New Roman" panose="02020603050405020304" pitchFamily="18" charset="0"/>
                <a:ea typeface="Times New Roman"/>
                <a:cs typeface="Times New Roman" panose="02020603050405020304" pitchFamily="18" charset="0"/>
                <a:sym typeface="Times New Roman"/>
              </a:rPr>
              <a:t>:</a:t>
            </a:r>
            <a:r>
              <a:rPr lang="en-US" sz="2800" b="1" dirty="0"/>
              <a:t> Dataset Selection &amp; Threats to </a:t>
            </a:r>
            <a:r>
              <a:rPr lang="en-US" sz="2800" b="1" dirty="0" smtClean="0"/>
              <a:t>Validity ( </a:t>
            </a:r>
            <a:r>
              <a:rPr lang="en-US" sz="2800" b="1" dirty="0" smtClean="0">
                <a:solidFill>
                  <a:srgbClr val="FF0000"/>
                </a:solidFill>
              </a:rPr>
              <a:t>Review Question</a:t>
            </a:r>
            <a:r>
              <a:rPr lang="en-US" sz="2800" b="1" dirty="0" smtClean="0"/>
              <a:t>)</a:t>
            </a:r>
            <a:endParaRPr sz="2800" b="1" i="0" u="none" strike="noStrike" cap="none" dirty="0">
              <a:latin typeface="Times New Roman" panose="02020603050405020304" pitchFamily="18" charset="0"/>
              <a:ea typeface="Times New Roman"/>
              <a:cs typeface="Times New Roman" panose="02020603050405020304" pitchFamily="18" charset="0"/>
              <a:sym typeface="Times New Roman"/>
            </a:endParaRPr>
          </a:p>
        </p:txBody>
      </p:sp>
      <p:sp>
        <p:nvSpPr>
          <p:cNvPr id="4" name="Rectangle 1"/>
          <p:cNvSpPr>
            <a:spLocks noChangeArrowheads="1"/>
          </p:cNvSpPr>
          <p:nvPr/>
        </p:nvSpPr>
        <p:spPr bwMode="auto">
          <a:xfrm>
            <a:off x="1443318" y="6002510"/>
            <a:ext cx="981711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cs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6.</a:t>
            </a:r>
            <a:r>
              <a:rPr kumimoji="0" lang="en-US" altLang="en-US" sz="1200" b="0" i="1"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Example of </a:t>
            </a:r>
            <a:r>
              <a:rPr kumimoji="0" lang="en-US" altLang="en-US" sz="1200" b="0" i="1" u="none" strike="noStrike" cap="none" normalizeH="0" baseline="0" dirty="0" err="1">
                <a:ln>
                  <a:noFill/>
                </a:ln>
                <a:solidFill>
                  <a:schemeClr val="tx1"/>
                </a:solidFill>
                <a:effectLst/>
                <a:latin typeface="Arial" panose="020B0604020202020204" pitchFamily="34" charset="0"/>
                <a:cs typeface="Arial" panose="020B0604020202020204" pitchFamily="34" charset="0"/>
              </a:rPr>
              <a:t>Multilabel</a:t>
            </a:r>
            <a:r>
              <a:rPr kumimoji="0" lang="en-US" altLang="en-US" sz="12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 defect records from GitHub issues, showcasing simultaneous assignment of bug, blocker, and regression labels.</a:t>
            </a:r>
          </a:p>
        </p:txBody>
      </p:sp>
      <p:pic>
        <p:nvPicPr>
          <p:cNvPr id="12" name="Picture 11"/>
          <p:cNvPicPr>
            <a:picLocks noChangeAspect="1"/>
          </p:cNvPicPr>
          <p:nvPr/>
        </p:nvPicPr>
        <p:blipFill>
          <a:blip r:embed="rId3"/>
          <a:stretch>
            <a:fillRect/>
          </a:stretch>
        </p:blipFill>
        <p:spPr>
          <a:xfrm>
            <a:off x="1363570" y="811303"/>
            <a:ext cx="9384976" cy="5191207"/>
          </a:xfrm>
          <a:prstGeom prst="rect">
            <a:avLst/>
          </a:prstGeom>
        </p:spPr>
      </p:pic>
    </p:spTree>
    <p:extLst>
      <p:ext uri="{BB962C8B-B14F-4D97-AF65-F5344CB8AC3E}">
        <p14:creationId xmlns:p14="http://schemas.microsoft.com/office/powerpoint/2010/main" val="24170568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2" name="Date Placeholder 1">
            <a:extLst>
              <a:ext uri="{FF2B5EF4-FFF2-40B4-BE49-F238E27FC236}">
                <a16:creationId xmlns:a16="http://schemas.microsoft.com/office/drawing/2014/main" id="{871562DD-CAB0-48CC-8ED9-08BE9037AF5C}"/>
              </a:ext>
            </a:extLst>
          </p:cNvPr>
          <p:cNvSpPr>
            <a:spLocks noGrp="1"/>
          </p:cNvSpPr>
          <p:nvPr>
            <p:ph type="dt" sz="half" idx="10"/>
          </p:nvPr>
        </p:nvSpPr>
        <p:spPr/>
        <p:txBody>
          <a:bodyPr/>
          <a:lstStyle/>
          <a:p>
            <a:fld id="{D5BEFE87-0ED9-4122-A1F8-3DF93FFBBD21}" type="datetime1">
              <a:rPr lang="en-US" smtClean="0"/>
              <a:t>12/6/2025</a:t>
            </a:fld>
            <a:endParaRPr lang="en-US"/>
          </a:p>
        </p:txBody>
      </p:sp>
      <p:sp>
        <p:nvSpPr>
          <p:cNvPr id="3" name="Slide Number Placeholder 2">
            <a:extLst>
              <a:ext uri="{FF2B5EF4-FFF2-40B4-BE49-F238E27FC236}">
                <a16:creationId xmlns:a16="http://schemas.microsoft.com/office/drawing/2014/main" id="{72C99ABF-36C5-4338-A130-0FA3C3401786}"/>
              </a:ext>
            </a:extLst>
          </p:cNvPr>
          <p:cNvSpPr>
            <a:spLocks noGrp="1"/>
          </p:cNvSpPr>
          <p:nvPr>
            <p:ph type="sldNum" sz="quarter" idx="12"/>
          </p:nvPr>
        </p:nvSpPr>
        <p:spPr/>
        <p:txBody>
          <a:bodyPr/>
          <a:lstStyle/>
          <a:p>
            <a:fld id="{00000000-1234-1234-1234-123412341234}" type="slidenum">
              <a:rPr lang="en-US" smtClean="0"/>
              <a:pPr/>
              <a:t>15</a:t>
            </a:fld>
            <a:endParaRPr lang="en-US" dirty="0"/>
          </a:p>
        </p:txBody>
      </p:sp>
      <p:sp>
        <p:nvSpPr>
          <p:cNvPr id="7" name="Rectangle 1"/>
          <p:cNvSpPr>
            <a:spLocks noChangeArrowheads="1"/>
          </p:cNvSpPr>
          <p:nvPr/>
        </p:nvSpPr>
        <p:spPr bwMode="auto">
          <a:xfrm>
            <a:off x="4711090" y="6474274"/>
            <a:ext cx="232788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7.</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Proposed methodology</a:t>
            </a:r>
          </a:p>
        </p:txBody>
      </p:sp>
      <p:pic>
        <p:nvPicPr>
          <p:cNvPr id="12" name="Picture 11"/>
          <p:cNvPicPr>
            <a:picLocks noChangeAspect="1"/>
          </p:cNvPicPr>
          <p:nvPr/>
        </p:nvPicPr>
        <p:blipFill>
          <a:blip r:embed="rId3"/>
          <a:stretch>
            <a:fillRect/>
          </a:stretch>
        </p:blipFill>
        <p:spPr>
          <a:xfrm>
            <a:off x="811072" y="620786"/>
            <a:ext cx="10569856" cy="5616427"/>
          </a:xfrm>
          <a:prstGeom prst="rect">
            <a:avLst/>
          </a:prstGeom>
        </p:spPr>
      </p:pic>
      <p:pic>
        <p:nvPicPr>
          <p:cNvPr id="13" name="Picture 12"/>
          <p:cNvPicPr>
            <a:picLocks noChangeAspect="1"/>
          </p:cNvPicPr>
          <p:nvPr/>
        </p:nvPicPr>
        <p:blipFill>
          <a:blip r:embed="rId4"/>
          <a:stretch>
            <a:fillRect/>
          </a:stretch>
        </p:blipFill>
        <p:spPr>
          <a:xfrm>
            <a:off x="6191037" y="891370"/>
            <a:ext cx="4839126" cy="2209492"/>
          </a:xfrm>
          <a:prstGeom prst="rect">
            <a:avLst/>
          </a:prstGeom>
        </p:spPr>
      </p:pic>
      <p:sp>
        <p:nvSpPr>
          <p:cNvPr id="16" name="Google Shape;220;p12"/>
          <p:cNvSpPr txBox="1"/>
          <p:nvPr/>
        </p:nvSpPr>
        <p:spPr>
          <a:xfrm>
            <a:off x="1283348" y="85726"/>
            <a:ext cx="9137002" cy="415924"/>
          </a:xfrm>
          <a:prstGeom prst="rect">
            <a:avLst/>
          </a:prstGeom>
          <a:noFill/>
          <a:ln>
            <a:noFill/>
          </a:ln>
        </p:spPr>
        <p:txBody>
          <a:bodyPr spcFirstLastPara="1" wrap="square" lIns="91425" tIns="45700" rIns="91425" bIns="45700" anchor="t" anchorCtr="0">
            <a:normAutofit fontScale="92500" lnSpcReduction="20000"/>
          </a:bodyPr>
          <a:lstStyle/>
          <a:p>
            <a:pPr lvl="0" algn="ctr">
              <a:lnSpc>
                <a:spcPct val="90000"/>
              </a:lnSpc>
              <a:buClr>
                <a:srgbClr val="003154"/>
              </a:buClr>
              <a:buSzPts val="4000"/>
            </a:pPr>
            <a:r>
              <a:rPr lang="en-IN" sz="3200" dirty="0"/>
              <a:t>High-Level Architecture and Workflow</a:t>
            </a:r>
            <a:endParaRPr sz="2800" b="1" i="0" u="none" strike="noStrike" cap="none" dirty="0">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754642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2"/>
          <p:cNvSpPr txBox="1">
            <a:spLocks noGrp="1"/>
          </p:cNvSpPr>
          <p:nvPr>
            <p:ph type="dt" sz="half"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1F63C57A-CC83-49CD-91A4-5F0E766FBA13}" type="datetime1">
              <a:rPr lang="en-US" smtClean="0"/>
              <a:t>12/6/2025</a:t>
            </a:fld>
            <a:endParaRPr/>
          </a:p>
        </p:txBody>
      </p:sp>
      <p:sp>
        <p:nvSpPr>
          <p:cNvPr id="2" name="Slide Number Placeholder 1">
            <a:extLst>
              <a:ext uri="{FF2B5EF4-FFF2-40B4-BE49-F238E27FC236}">
                <a16:creationId xmlns:a16="http://schemas.microsoft.com/office/drawing/2014/main" id="{9602E918-3703-46C8-BF1F-1C6E1352F67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16</a:t>
            </a:fld>
            <a:endParaRPr lang="en-US" dirty="0"/>
          </a:p>
        </p:txBody>
      </p:sp>
      <p:sp>
        <p:nvSpPr>
          <p:cNvPr id="220" name="Google Shape;220;p12"/>
          <p:cNvSpPr txBox="1"/>
          <p:nvPr/>
        </p:nvSpPr>
        <p:spPr>
          <a:xfrm>
            <a:off x="1353429" y="260236"/>
            <a:ext cx="9646921" cy="621422"/>
          </a:xfrm>
          <a:prstGeom prst="rect">
            <a:avLst/>
          </a:prstGeom>
          <a:noFill/>
          <a:ln>
            <a:noFill/>
          </a:ln>
        </p:spPr>
        <p:txBody>
          <a:bodyPr spcFirstLastPara="1" wrap="square" lIns="91425" tIns="45700" rIns="91425" bIns="45700" anchor="t" anchorCtr="0">
            <a:normAutofit fontScale="40000" lnSpcReduction="20000"/>
          </a:bodyPr>
          <a:lstStyle/>
          <a:p>
            <a:pPr>
              <a:lnSpc>
                <a:spcPct val="90000"/>
              </a:lnSpc>
              <a:buClr>
                <a:srgbClr val="003154"/>
              </a:buClr>
              <a:buSzPts val="4000"/>
            </a:pPr>
            <a:r>
              <a:rPr lang="en-US" sz="5900" b="1" i="0" u="none" strike="noStrike" cap="none" dirty="0">
                <a:latin typeface="Times New Roman" panose="02020603050405020304" pitchFamily="18" charset="0"/>
                <a:ea typeface="Times New Roman"/>
                <a:cs typeface="Times New Roman" panose="02020603050405020304" pitchFamily="18" charset="0"/>
                <a:sym typeface="Times New Roman"/>
              </a:rPr>
              <a:t>Objective 1 : Developing a </a:t>
            </a:r>
            <a:r>
              <a:rPr lang="en-US" sz="5900" b="1" i="0" u="none" strike="noStrike" cap="none" dirty="0" smtClean="0">
                <a:latin typeface="Times New Roman" panose="02020603050405020304" pitchFamily="18" charset="0"/>
                <a:ea typeface="Times New Roman"/>
                <a:cs typeface="Times New Roman" panose="02020603050405020304" pitchFamily="18" charset="0"/>
                <a:sym typeface="Times New Roman"/>
              </a:rPr>
              <a:t>Dataset and </a:t>
            </a:r>
            <a:r>
              <a:rPr lang="en-IN" sz="5900" b="1" dirty="0">
                <a:latin typeface="Times New Roman" panose="02020603050405020304" pitchFamily="18" charset="0"/>
                <a:ea typeface="Times New Roman"/>
                <a:cs typeface="Times New Roman" panose="02020603050405020304" pitchFamily="18" charset="0"/>
              </a:rPr>
              <a:t>Threats to Validity </a:t>
            </a:r>
            <a:r>
              <a:rPr lang="en-IN" sz="5900" b="1" dirty="0" smtClean="0">
                <a:latin typeface="Times New Roman" panose="02020603050405020304" pitchFamily="18" charset="0"/>
                <a:ea typeface="Times New Roman"/>
                <a:cs typeface="Times New Roman" panose="02020603050405020304" pitchFamily="18" charset="0"/>
              </a:rPr>
              <a:t>&amp; Mitigation (</a:t>
            </a:r>
            <a:r>
              <a:rPr lang="en-US" sz="5900" b="1" dirty="0">
                <a:solidFill>
                  <a:srgbClr val="FF0000"/>
                </a:solidFill>
                <a:latin typeface="Times New Roman"/>
                <a:cs typeface="Times New Roman"/>
                <a:sym typeface="Times New Roman"/>
              </a:rPr>
              <a:t>Review </a:t>
            </a:r>
            <a:r>
              <a:rPr lang="en-US" sz="5900" b="1" dirty="0" smtClean="0">
                <a:solidFill>
                  <a:srgbClr val="FF0000"/>
                </a:solidFill>
                <a:latin typeface="Times New Roman"/>
                <a:cs typeface="Times New Roman"/>
                <a:sym typeface="Times New Roman"/>
              </a:rPr>
              <a:t>Question)</a:t>
            </a:r>
            <a:endParaRPr lang="en-IN" sz="5900" b="1" dirty="0">
              <a:latin typeface="Times New Roman" panose="02020603050405020304" pitchFamily="18" charset="0"/>
              <a:ea typeface="Times New Roman"/>
              <a:cs typeface="Times New Roman" panose="02020603050405020304" pitchFamily="18" charset="0"/>
            </a:endParaRPr>
          </a:p>
          <a:p>
            <a:pPr marL="0" marR="0" lvl="0" indent="0" algn="ctr" rtl="0">
              <a:lnSpc>
                <a:spcPct val="90000"/>
              </a:lnSpc>
              <a:spcBef>
                <a:spcPts val="0"/>
              </a:spcBef>
              <a:spcAft>
                <a:spcPts val="0"/>
              </a:spcAft>
              <a:buClr>
                <a:srgbClr val="003154"/>
              </a:buClr>
              <a:buSzPts val="4000"/>
              <a:buFont typeface="Times New Roman"/>
              <a:buNone/>
            </a:pPr>
            <a:endParaRPr sz="2800" dirty="0">
              <a:latin typeface="Times New Roman" panose="02020603050405020304" pitchFamily="18" charset="0"/>
              <a:cs typeface="Times New Roman" panose="02020603050405020304" pitchFamily="18" charset="0"/>
            </a:endParaRPr>
          </a:p>
          <a:p>
            <a:pPr marL="0" marR="0" lvl="0" indent="0" algn="ctr" rtl="0">
              <a:lnSpc>
                <a:spcPct val="90000"/>
              </a:lnSpc>
              <a:spcBef>
                <a:spcPts val="0"/>
              </a:spcBef>
              <a:spcAft>
                <a:spcPts val="0"/>
              </a:spcAft>
              <a:buClr>
                <a:schemeClr val="dk1"/>
              </a:buClr>
              <a:buSzPts val="4000"/>
              <a:buFont typeface="Century Gothic"/>
              <a:buNone/>
            </a:pPr>
            <a:endParaRPr sz="2800" b="1" i="0" u="none" strike="noStrike" cap="none" dirty="0">
              <a:latin typeface="Times New Roman" panose="02020603050405020304" pitchFamily="18" charset="0"/>
              <a:ea typeface="Times New Roman"/>
              <a:cs typeface="Times New Roman" panose="02020603050405020304" pitchFamily="18" charset="0"/>
              <a:sym typeface="Times New Roman"/>
            </a:endParaRPr>
          </a:p>
        </p:txBody>
      </p:sp>
      <p:sp>
        <p:nvSpPr>
          <p:cNvPr id="8" name="Rectangle 1"/>
          <p:cNvSpPr>
            <a:spLocks noChangeArrowheads="1"/>
          </p:cNvSpPr>
          <p:nvPr/>
        </p:nvSpPr>
        <p:spPr bwMode="auto">
          <a:xfrm>
            <a:off x="4799057" y="6261913"/>
            <a:ext cx="31486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8.</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Dataset</a:t>
            </a:r>
            <a:r>
              <a:rPr kumimoji="0" lang="en-US" altLang="en-US" sz="1200" b="0" i="1" u="none" strike="noStrike" cap="none" normalizeH="0" dirty="0">
                <a:ln>
                  <a:noFill/>
                </a:ln>
                <a:solidFill>
                  <a:schemeClr val="tx1"/>
                </a:solidFill>
                <a:effectLst/>
                <a:latin typeface="Arial" panose="020B0604020202020204" pitchFamily="34" charset="0"/>
              </a:rPr>
              <a:t> creation </a:t>
            </a:r>
            <a:r>
              <a:rPr kumimoji="0" lang="en-US" altLang="en-US" sz="1200" b="0" i="1" u="none" strike="noStrike" cap="none" normalizeH="0" dirty="0" smtClean="0">
                <a:ln>
                  <a:noFill/>
                </a:ln>
                <a:solidFill>
                  <a:schemeClr val="tx1"/>
                </a:solidFill>
                <a:effectLst/>
                <a:latin typeface="Arial" panose="020B0604020202020204" pitchFamily="34" charset="0"/>
              </a:rPr>
              <a:t>process -workflow</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4967449" y="1135032"/>
            <a:ext cx="5721975" cy="3602050"/>
          </a:xfrm>
          <a:prstGeom prst="rect">
            <a:avLst/>
          </a:prstGeom>
        </p:spPr>
      </p:pic>
      <p:pic>
        <p:nvPicPr>
          <p:cNvPr id="11" name="Picture 10"/>
          <p:cNvPicPr>
            <a:picLocks noChangeAspect="1"/>
          </p:cNvPicPr>
          <p:nvPr/>
        </p:nvPicPr>
        <p:blipFill>
          <a:blip r:embed="rId4"/>
          <a:stretch>
            <a:fillRect/>
          </a:stretch>
        </p:blipFill>
        <p:spPr>
          <a:xfrm>
            <a:off x="1803413" y="1135032"/>
            <a:ext cx="3134890" cy="3602050"/>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4170341736"/>
              </p:ext>
            </p:extLst>
          </p:nvPr>
        </p:nvGraphicFramePr>
        <p:xfrm>
          <a:off x="2309366" y="4896019"/>
          <a:ext cx="8128000" cy="1112520"/>
        </p:xfrm>
        <a:graphic>
          <a:graphicData uri="http://schemas.openxmlformats.org/drawingml/2006/table">
            <a:tbl>
              <a:tblPr firstRow="1" bandRow="1">
                <a:tableStyleId>{FABFCF23-3B69-468F-B69F-88F6DE6A72F2}</a:tableStyleId>
              </a:tblPr>
              <a:tblGrid>
                <a:gridCol w="2290618">
                  <a:extLst>
                    <a:ext uri="{9D8B030D-6E8A-4147-A177-3AD203B41FA5}">
                      <a16:colId xmlns:a16="http://schemas.microsoft.com/office/drawing/2014/main" val="1523209344"/>
                    </a:ext>
                  </a:extLst>
                </a:gridCol>
                <a:gridCol w="5837382">
                  <a:extLst>
                    <a:ext uri="{9D8B030D-6E8A-4147-A177-3AD203B41FA5}">
                      <a16:colId xmlns:a16="http://schemas.microsoft.com/office/drawing/2014/main" val="2417852432"/>
                    </a:ext>
                  </a:extLst>
                </a:gridCol>
              </a:tblGrid>
              <a:tr h="370840">
                <a:tc>
                  <a:txBody>
                    <a:bodyPr/>
                    <a:lstStyle/>
                    <a:p>
                      <a:r>
                        <a:rPr lang="en-IN" sz="1200" baseline="0" dirty="0"/>
                        <a:t>Dataset Name</a:t>
                      </a:r>
                    </a:p>
                  </a:txBody>
                  <a:tcPr anchor="ctr"/>
                </a:tc>
                <a:tc>
                  <a:txBody>
                    <a:bodyPr/>
                    <a:lstStyle/>
                    <a:p>
                      <a:r>
                        <a:rPr lang="en-IN" sz="1200" baseline="0" dirty="0"/>
                        <a:t>GitHub Repository Link</a:t>
                      </a:r>
                    </a:p>
                  </a:txBody>
                  <a:tcPr anchor="ctr"/>
                </a:tc>
                <a:extLst>
                  <a:ext uri="{0D108BD9-81ED-4DB2-BD59-A6C34878D82A}">
                    <a16:rowId xmlns:a16="http://schemas.microsoft.com/office/drawing/2014/main" val="49191502"/>
                  </a:ext>
                </a:extLst>
              </a:tr>
              <a:tr h="370840">
                <a:tc>
                  <a:txBody>
                    <a:bodyPr/>
                    <a:lstStyle/>
                    <a:p>
                      <a:r>
                        <a:rPr lang="en-IN" sz="1200" baseline="0"/>
                        <a:t>Multilabel Defect Dataset (MLDD)</a:t>
                      </a:r>
                    </a:p>
                  </a:txBody>
                  <a:tcPr anchor="ctr"/>
                </a:tc>
                <a:tc>
                  <a:txBody>
                    <a:bodyPr/>
                    <a:lstStyle/>
                    <a:p>
                      <a:r>
                        <a:rPr lang="en-IN" sz="1200" baseline="0" dirty="0">
                          <a:hlinkClick r:id="rId5"/>
                        </a:rPr>
                        <a:t>https://github.com/jalajpachouly/multilable-prediction/blob/main/dataset.csv</a:t>
                      </a:r>
                      <a:endParaRPr lang="en-IN" sz="1200" baseline="0" dirty="0"/>
                    </a:p>
                  </a:txBody>
                  <a:tcPr anchor="ctr"/>
                </a:tc>
                <a:extLst>
                  <a:ext uri="{0D108BD9-81ED-4DB2-BD59-A6C34878D82A}">
                    <a16:rowId xmlns:a16="http://schemas.microsoft.com/office/drawing/2014/main" val="2362829970"/>
                  </a:ext>
                </a:extLst>
              </a:tr>
              <a:tr h="370840">
                <a:tc>
                  <a:txBody>
                    <a:bodyPr/>
                    <a:lstStyle/>
                    <a:p>
                      <a:r>
                        <a:rPr lang="en-IN" sz="1200" baseline="0" dirty="0"/>
                        <a:t>Multiclass Defect Dataset (MCDD)</a:t>
                      </a:r>
                    </a:p>
                  </a:txBody>
                  <a:tcPr anchor="ctr"/>
                </a:tc>
                <a:tc>
                  <a:txBody>
                    <a:bodyPr/>
                    <a:lstStyle/>
                    <a:p>
                      <a:r>
                        <a:rPr lang="en-IN" sz="1200" baseline="0" dirty="0">
                          <a:hlinkClick r:id="rId6"/>
                        </a:rPr>
                        <a:t>https://github.com/jalajpachouly/software-change-type-prediction/blob/main/dataset.csv</a:t>
                      </a:r>
                      <a:endParaRPr lang="en-IN" sz="1200" baseline="0" dirty="0"/>
                    </a:p>
                  </a:txBody>
                  <a:tcPr anchor="ctr"/>
                </a:tc>
                <a:extLst>
                  <a:ext uri="{0D108BD9-81ED-4DB2-BD59-A6C34878D82A}">
                    <a16:rowId xmlns:a16="http://schemas.microsoft.com/office/drawing/2014/main" val="1651326865"/>
                  </a:ext>
                </a:extLst>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2"/>
          <p:cNvSpPr txBox="1">
            <a:spLocks noGrp="1"/>
          </p:cNvSpPr>
          <p:nvPr>
            <p:ph type="dt" sz="half"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1F63C57A-CC83-49CD-91A4-5F0E766FBA13}" type="datetime1">
              <a:rPr lang="en-US" smtClean="0"/>
              <a:t>12/6/2025</a:t>
            </a:fld>
            <a:endParaRPr/>
          </a:p>
        </p:txBody>
      </p:sp>
      <p:sp>
        <p:nvSpPr>
          <p:cNvPr id="2" name="Slide Number Placeholder 1">
            <a:extLst>
              <a:ext uri="{FF2B5EF4-FFF2-40B4-BE49-F238E27FC236}">
                <a16:creationId xmlns:a16="http://schemas.microsoft.com/office/drawing/2014/main" id="{9602E918-3703-46C8-BF1F-1C6E1352F67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17</a:t>
            </a:fld>
            <a:endParaRPr lang="en-US" dirty="0"/>
          </a:p>
        </p:txBody>
      </p:sp>
      <p:sp>
        <p:nvSpPr>
          <p:cNvPr id="220" name="Google Shape;220;p12"/>
          <p:cNvSpPr txBox="1"/>
          <p:nvPr/>
        </p:nvSpPr>
        <p:spPr>
          <a:xfrm>
            <a:off x="588023" y="595127"/>
            <a:ext cx="10472078" cy="67819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003154"/>
              </a:buClr>
              <a:buSzPts val="4000"/>
              <a:buFont typeface="Times New Roman"/>
              <a:buNone/>
            </a:pPr>
            <a:r>
              <a:rPr lang="en-US" sz="2800" b="1" i="0" u="none" strike="noStrike" cap="none" dirty="0">
                <a:latin typeface="Times New Roman" panose="02020603050405020304" pitchFamily="18" charset="0"/>
                <a:ea typeface="Times New Roman"/>
                <a:cs typeface="Times New Roman" panose="02020603050405020304" pitchFamily="18" charset="0"/>
                <a:sym typeface="Times New Roman"/>
              </a:rPr>
              <a:t>Objective 1 : Developing a </a:t>
            </a:r>
            <a:r>
              <a:rPr lang="en-US" sz="2800" b="1" i="0" u="none" strike="noStrike" cap="none" dirty="0" smtClean="0">
                <a:latin typeface="Times New Roman" panose="02020603050405020304" pitchFamily="18" charset="0"/>
                <a:ea typeface="Times New Roman"/>
                <a:cs typeface="Times New Roman" panose="02020603050405020304" pitchFamily="18" charset="0"/>
                <a:sym typeface="Times New Roman"/>
              </a:rPr>
              <a:t>Dataset Cont..</a:t>
            </a:r>
            <a:endParaRPr sz="2800" dirty="0">
              <a:latin typeface="Times New Roman" panose="02020603050405020304" pitchFamily="18" charset="0"/>
              <a:cs typeface="Times New Roman" panose="02020603050405020304" pitchFamily="18" charset="0"/>
            </a:endParaRPr>
          </a:p>
          <a:p>
            <a:pPr marL="0" marR="0" lvl="0" indent="0" algn="ctr" rtl="0">
              <a:lnSpc>
                <a:spcPct val="90000"/>
              </a:lnSpc>
              <a:spcBef>
                <a:spcPts val="0"/>
              </a:spcBef>
              <a:spcAft>
                <a:spcPts val="0"/>
              </a:spcAft>
              <a:buClr>
                <a:schemeClr val="dk1"/>
              </a:buClr>
              <a:buSzPts val="4000"/>
              <a:buFont typeface="Century Gothic"/>
              <a:buNone/>
            </a:pPr>
            <a:endParaRPr sz="2800" b="1" i="0" u="none" strike="noStrike" cap="none" dirty="0">
              <a:latin typeface="Times New Roman" panose="02020603050405020304" pitchFamily="18" charset="0"/>
              <a:ea typeface="Times New Roman"/>
              <a:cs typeface="Times New Roman" panose="02020603050405020304" pitchFamily="18" charset="0"/>
              <a:sym typeface="Times New Roman"/>
            </a:endParaRPr>
          </a:p>
        </p:txBody>
      </p:sp>
      <p:sp>
        <p:nvSpPr>
          <p:cNvPr id="8" name="Rectangle 1"/>
          <p:cNvSpPr>
            <a:spLocks noChangeArrowheads="1"/>
          </p:cNvSpPr>
          <p:nvPr/>
        </p:nvSpPr>
        <p:spPr bwMode="auto">
          <a:xfrm>
            <a:off x="4799057" y="6261913"/>
            <a:ext cx="51703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9.</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Dataset</a:t>
            </a:r>
            <a:r>
              <a:rPr kumimoji="0" lang="en-US" altLang="en-US" sz="1200" b="0" i="1" u="none" strike="noStrike" cap="none" normalizeH="0" dirty="0">
                <a:ln>
                  <a:noFill/>
                </a:ln>
                <a:solidFill>
                  <a:schemeClr val="tx1"/>
                </a:solidFill>
                <a:effectLst/>
                <a:latin typeface="Arial" panose="020B0604020202020204" pitchFamily="34" charset="0"/>
              </a:rPr>
              <a:t> creation </a:t>
            </a:r>
            <a:r>
              <a:rPr kumimoji="0" lang="en-US" altLang="en-US" sz="1200" b="0" i="1" u="none" strike="noStrike" cap="none" normalizeH="0" dirty="0" smtClean="0">
                <a:ln>
                  <a:noFill/>
                </a:ln>
                <a:solidFill>
                  <a:schemeClr val="tx1"/>
                </a:solidFill>
                <a:effectLst/>
                <a:latin typeface="Arial" panose="020B0604020202020204" pitchFamily="34" charset="0"/>
              </a:rPr>
              <a:t>process- Tool Configuration and Data Collection</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3"/>
          <a:stretch>
            <a:fillRect/>
          </a:stretch>
        </p:blipFill>
        <p:spPr>
          <a:xfrm>
            <a:off x="1192219" y="1781175"/>
            <a:ext cx="3837734" cy="3959226"/>
          </a:xfrm>
          <a:prstGeom prst="rect">
            <a:avLst/>
          </a:prstGeom>
        </p:spPr>
      </p:pic>
      <p:pic>
        <p:nvPicPr>
          <p:cNvPr id="9" name="Picture 8"/>
          <p:cNvPicPr>
            <a:picLocks noChangeAspect="1"/>
          </p:cNvPicPr>
          <p:nvPr/>
        </p:nvPicPr>
        <p:blipFill>
          <a:blip r:embed="rId4"/>
          <a:stretch>
            <a:fillRect/>
          </a:stretch>
        </p:blipFill>
        <p:spPr>
          <a:xfrm>
            <a:off x="5509499" y="1873168"/>
            <a:ext cx="5844301" cy="3867233"/>
          </a:xfrm>
          <a:prstGeom prst="rect">
            <a:avLst/>
          </a:prstGeom>
        </p:spPr>
      </p:pic>
    </p:spTree>
    <p:extLst>
      <p:ext uri="{BB962C8B-B14F-4D97-AF65-F5344CB8AC3E}">
        <p14:creationId xmlns:p14="http://schemas.microsoft.com/office/powerpoint/2010/main" val="29946944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2"/>
          <p:cNvSpPr txBox="1">
            <a:spLocks noGrp="1"/>
          </p:cNvSpPr>
          <p:nvPr>
            <p:ph type="dt" sz="half"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1F63C57A-CC83-49CD-91A4-5F0E766FBA13}" type="datetime1">
              <a:rPr lang="en-US" smtClean="0"/>
              <a:t>12/6/2025</a:t>
            </a:fld>
            <a:endParaRPr/>
          </a:p>
        </p:txBody>
      </p:sp>
      <p:sp>
        <p:nvSpPr>
          <p:cNvPr id="2" name="Slide Number Placeholder 1">
            <a:extLst>
              <a:ext uri="{FF2B5EF4-FFF2-40B4-BE49-F238E27FC236}">
                <a16:creationId xmlns:a16="http://schemas.microsoft.com/office/drawing/2014/main" id="{9602E918-3703-46C8-BF1F-1C6E1352F67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18</a:t>
            </a:fld>
            <a:endParaRPr lang="en-US" dirty="0"/>
          </a:p>
        </p:txBody>
      </p:sp>
      <p:sp>
        <p:nvSpPr>
          <p:cNvPr id="220" name="Google Shape;220;p12"/>
          <p:cNvSpPr txBox="1"/>
          <p:nvPr/>
        </p:nvSpPr>
        <p:spPr>
          <a:xfrm>
            <a:off x="578498" y="121810"/>
            <a:ext cx="10472078" cy="67819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003154"/>
              </a:buClr>
              <a:buSzPts val="4000"/>
              <a:buFont typeface="Times New Roman"/>
              <a:buNone/>
            </a:pPr>
            <a:r>
              <a:rPr lang="en-US" sz="2800" b="1" i="0" u="none" strike="noStrike" cap="none" dirty="0">
                <a:latin typeface="Times New Roman" panose="02020603050405020304" pitchFamily="18" charset="0"/>
                <a:ea typeface="Times New Roman"/>
                <a:cs typeface="Times New Roman" panose="02020603050405020304" pitchFamily="18" charset="0"/>
                <a:sym typeface="Times New Roman"/>
              </a:rPr>
              <a:t>Objective 1 : Developing a dataset</a:t>
            </a:r>
            <a:endParaRPr sz="2800" dirty="0">
              <a:latin typeface="Times New Roman" panose="02020603050405020304" pitchFamily="18" charset="0"/>
              <a:cs typeface="Times New Roman" panose="02020603050405020304" pitchFamily="18" charset="0"/>
            </a:endParaRPr>
          </a:p>
          <a:p>
            <a:pPr marL="0" marR="0" lvl="0" indent="0" algn="ctr" rtl="0">
              <a:lnSpc>
                <a:spcPct val="90000"/>
              </a:lnSpc>
              <a:spcBef>
                <a:spcPts val="0"/>
              </a:spcBef>
              <a:spcAft>
                <a:spcPts val="0"/>
              </a:spcAft>
              <a:buClr>
                <a:schemeClr val="dk1"/>
              </a:buClr>
              <a:buSzPts val="4000"/>
              <a:buFont typeface="Century Gothic"/>
              <a:buNone/>
            </a:pPr>
            <a:endParaRPr sz="2800" b="1" i="0" u="none" strike="noStrike" cap="none" dirty="0">
              <a:latin typeface="Times New Roman" panose="02020603050405020304" pitchFamily="18" charset="0"/>
              <a:ea typeface="Times New Roman"/>
              <a:cs typeface="Times New Roman" panose="02020603050405020304" pitchFamily="18" charset="0"/>
              <a:sym typeface="Times New Roman"/>
            </a:endParaRPr>
          </a:p>
        </p:txBody>
      </p:sp>
      <p:sp>
        <p:nvSpPr>
          <p:cNvPr id="8" name="Rectangle 1"/>
          <p:cNvSpPr>
            <a:spLocks noChangeArrowheads="1"/>
          </p:cNvSpPr>
          <p:nvPr/>
        </p:nvSpPr>
        <p:spPr bwMode="auto">
          <a:xfrm>
            <a:off x="4799057" y="6261913"/>
            <a:ext cx="402546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10.</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Dataset</a:t>
            </a:r>
            <a:r>
              <a:rPr kumimoji="0" lang="en-US" altLang="en-US" sz="1200" b="0" i="1" u="none" strike="noStrike" cap="none" normalizeH="0" dirty="0">
                <a:ln>
                  <a:noFill/>
                </a:ln>
                <a:solidFill>
                  <a:schemeClr val="tx1"/>
                </a:solidFill>
                <a:effectLst/>
                <a:latin typeface="Arial" panose="020B0604020202020204" pitchFamily="34" charset="0"/>
              </a:rPr>
              <a:t> creation </a:t>
            </a:r>
            <a:r>
              <a:rPr kumimoji="0" lang="en-US" altLang="en-US" sz="1200" b="0" i="1" u="none" strike="noStrike" cap="none" normalizeH="0" dirty="0" smtClean="0">
                <a:ln>
                  <a:noFill/>
                </a:ln>
                <a:solidFill>
                  <a:schemeClr val="tx1"/>
                </a:solidFill>
                <a:effectLst/>
                <a:latin typeface="Arial" panose="020B0604020202020204" pitchFamily="34" charset="0"/>
              </a:rPr>
              <a:t>process –data pre-processing</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pic>
        <p:nvPicPr>
          <p:cNvPr id="10" name="Picture 9"/>
          <p:cNvPicPr>
            <a:picLocks noChangeAspect="1"/>
          </p:cNvPicPr>
          <p:nvPr/>
        </p:nvPicPr>
        <p:blipFill>
          <a:blip r:embed="rId3"/>
          <a:stretch>
            <a:fillRect/>
          </a:stretch>
        </p:blipFill>
        <p:spPr>
          <a:xfrm>
            <a:off x="933718" y="889601"/>
            <a:ext cx="10103442" cy="5188274"/>
          </a:xfrm>
          <a:prstGeom prst="rect">
            <a:avLst/>
          </a:prstGeom>
        </p:spPr>
      </p:pic>
    </p:spTree>
    <p:extLst>
      <p:ext uri="{BB962C8B-B14F-4D97-AF65-F5344CB8AC3E}">
        <p14:creationId xmlns:p14="http://schemas.microsoft.com/office/powerpoint/2010/main" val="11520371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2"/>
          <p:cNvSpPr txBox="1">
            <a:spLocks noGrp="1"/>
          </p:cNvSpPr>
          <p:nvPr>
            <p:ph type="dt" sz="half"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1F63C57A-CC83-49CD-91A4-5F0E766FBA13}" type="datetime1">
              <a:rPr lang="en-US" smtClean="0"/>
              <a:t>12/6/2025</a:t>
            </a:fld>
            <a:endParaRPr/>
          </a:p>
        </p:txBody>
      </p:sp>
      <p:sp>
        <p:nvSpPr>
          <p:cNvPr id="2" name="Slide Number Placeholder 1">
            <a:extLst>
              <a:ext uri="{FF2B5EF4-FFF2-40B4-BE49-F238E27FC236}">
                <a16:creationId xmlns:a16="http://schemas.microsoft.com/office/drawing/2014/main" id="{9602E918-3703-46C8-BF1F-1C6E1352F67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19</a:t>
            </a:fld>
            <a:endParaRPr lang="en-US" dirty="0"/>
          </a:p>
        </p:txBody>
      </p:sp>
      <p:sp>
        <p:nvSpPr>
          <p:cNvPr id="220" name="Google Shape;220;p12"/>
          <p:cNvSpPr txBox="1"/>
          <p:nvPr/>
        </p:nvSpPr>
        <p:spPr>
          <a:xfrm>
            <a:off x="578498" y="121810"/>
            <a:ext cx="10472078" cy="67819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003154"/>
              </a:buClr>
              <a:buSzPts val="4000"/>
              <a:buFont typeface="Times New Roman"/>
              <a:buNone/>
            </a:pPr>
            <a:r>
              <a:rPr lang="en-US" sz="2800" b="1" i="0" u="none" strike="noStrike" cap="none" dirty="0">
                <a:latin typeface="Times New Roman" panose="02020603050405020304" pitchFamily="18" charset="0"/>
                <a:ea typeface="Times New Roman"/>
                <a:cs typeface="Times New Roman" panose="02020603050405020304" pitchFamily="18" charset="0"/>
                <a:sym typeface="Times New Roman"/>
              </a:rPr>
              <a:t>Objective 1 : Developing a dataset</a:t>
            </a:r>
            <a:endParaRPr sz="2800" dirty="0">
              <a:latin typeface="Times New Roman" panose="02020603050405020304" pitchFamily="18" charset="0"/>
              <a:cs typeface="Times New Roman" panose="02020603050405020304" pitchFamily="18" charset="0"/>
            </a:endParaRPr>
          </a:p>
          <a:p>
            <a:pPr marL="0" marR="0" lvl="0" indent="0" algn="ctr" rtl="0">
              <a:lnSpc>
                <a:spcPct val="90000"/>
              </a:lnSpc>
              <a:spcBef>
                <a:spcPts val="0"/>
              </a:spcBef>
              <a:spcAft>
                <a:spcPts val="0"/>
              </a:spcAft>
              <a:buClr>
                <a:schemeClr val="dk1"/>
              </a:buClr>
              <a:buSzPts val="4000"/>
              <a:buFont typeface="Century Gothic"/>
              <a:buNone/>
            </a:pPr>
            <a:endParaRPr sz="2800" b="1" i="0" u="none" strike="noStrike" cap="none" dirty="0">
              <a:latin typeface="Times New Roman" panose="02020603050405020304" pitchFamily="18" charset="0"/>
              <a:ea typeface="Times New Roman"/>
              <a:cs typeface="Times New Roman" panose="02020603050405020304" pitchFamily="18" charset="0"/>
              <a:sym typeface="Times New Roman"/>
            </a:endParaRPr>
          </a:p>
        </p:txBody>
      </p:sp>
      <p:sp>
        <p:nvSpPr>
          <p:cNvPr id="8" name="Rectangle 1"/>
          <p:cNvSpPr>
            <a:spLocks noChangeArrowheads="1"/>
          </p:cNvSpPr>
          <p:nvPr/>
        </p:nvSpPr>
        <p:spPr bwMode="auto">
          <a:xfrm>
            <a:off x="4799057" y="6261913"/>
            <a:ext cx="407335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11.</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Dataset</a:t>
            </a:r>
            <a:r>
              <a:rPr kumimoji="0" lang="en-US" altLang="en-US" sz="1200" b="0" i="1" u="none" strike="noStrike" cap="none" normalizeH="0" dirty="0">
                <a:ln>
                  <a:noFill/>
                </a:ln>
                <a:solidFill>
                  <a:schemeClr val="tx1"/>
                </a:solidFill>
                <a:effectLst/>
                <a:latin typeface="Arial" panose="020B0604020202020204" pitchFamily="34" charset="0"/>
              </a:rPr>
              <a:t> creation </a:t>
            </a:r>
            <a:r>
              <a:rPr kumimoji="0" lang="en-US" altLang="en-US" sz="1200" b="0" i="1" u="none" strike="noStrike" cap="none" normalizeH="0" dirty="0" smtClean="0">
                <a:ln>
                  <a:noFill/>
                </a:ln>
                <a:solidFill>
                  <a:schemeClr val="tx1"/>
                </a:solidFill>
                <a:effectLst/>
                <a:latin typeface="Arial" panose="020B0604020202020204" pitchFamily="34" charset="0"/>
              </a:rPr>
              <a:t>process –validation and export</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3"/>
          <a:stretch>
            <a:fillRect/>
          </a:stretch>
        </p:blipFill>
        <p:spPr>
          <a:xfrm>
            <a:off x="5985439" y="1051709"/>
            <a:ext cx="3996761" cy="4261139"/>
          </a:xfrm>
          <a:prstGeom prst="rect">
            <a:avLst/>
          </a:prstGeom>
        </p:spPr>
      </p:pic>
      <p:pic>
        <p:nvPicPr>
          <p:cNvPr id="10" name="Picture 9"/>
          <p:cNvPicPr>
            <a:picLocks noChangeAspect="1"/>
          </p:cNvPicPr>
          <p:nvPr/>
        </p:nvPicPr>
        <p:blipFill>
          <a:blip r:embed="rId4"/>
          <a:stretch>
            <a:fillRect/>
          </a:stretch>
        </p:blipFill>
        <p:spPr>
          <a:xfrm>
            <a:off x="1548016" y="1051710"/>
            <a:ext cx="3982858" cy="4263240"/>
          </a:xfrm>
          <a:prstGeom prst="rect">
            <a:avLst/>
          </a:prstGeom>
        </p:spPr>
      </p:pic>
    </p:spTree>
    <p:extLst>
      <p:ext uri="{BB962C8B-B14F-4D97-AF65-F5344CB8AC3E}">
        <p14:creationId xmlns:p14="http://schemas.microsoft.com/office/powerpoint/2010/main" val="38129716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2" name="Date Placeholder 1">
            <a:extLst>
              <a:ext uri="{FF2B5EF4-FFF2-40B4-BE49-F238E27FC236}">
                <a16:creationId xmlns:a16="http://schemas.microsoft.com/office/drawing/2014/main" id="{85540C47-B830-4E92-A898-AD837B21AFF7}"/>
              </a:ext>
            </a:extLst>
          </p:cNvPr>
          <p:cNvSpPr>
            <a:spLocks noGrp="1"/>
          </p:cNvSpPr>
          <p:nvPr>
            <p:ph type="dt" sz="half" idx="10"/>
          </p:nvPr>
        </p:nvSpPr>
        <p:spPr/>
        <p:txBody>
          <a:bodyPr/>
          <a:lstStyle/>
          <a:p>
            <a:fld id="{81E69AB4-9A65-4B05-AC34-EAA33B464A8B}" type="datetime1">
              <a:rPr lang="en-US" smtClean="0"/>
              <a:t>12/6/2025</a:t>
            </a:fld>
            <a:endParaRPr lang="en-US"/>
          </a:p>
        </p:txBody>
      </p:sp>
      <p:sp>
        <p:nvSpPr>
          <p:cNvPr id="3" name="Slide Number Placeholder 2">
            <a:extLst>
              <a:ext uri="{FF2B5EF4-FFF2-40B4-BE49-F238E27FC236}">
                <a16:creationId xmlns:a16="http://schemas.microsoft.com/office/drawing/2014/main" id="{AC18F0DF-4AF3-4246-A52F-FC23A4C6A794}"/>
              </a:ext>
            </a:extLst>
          </p:cNvPr>
          <p:cNvSpPr>
            <a:spLocks noGrp="1"/>
          </p:cNvSpPr>
          <p:nvPr>
            <p:ph type="sldNum" sz="quarter" idx="12"/>
          </p:nvPr>
        </p:nvSpPr>
        <p:spPr/>
        <p:txBody>
          <a:bodyPr/>
          <a:lstStyle/>
          <a:p>
            <a:fld id="{00000000-1234-1234-1234-123412341234}" type="slidenum">
              <a:rPr lang="en-US" smtClean="0"/>
              <a:pPr/>
              <a:t>20</a:t>
            </a:fld>
            <a:endParaRPr lang="en-US" dirty="0"/>
          </a:p>
        </p:txBody>
      </p:sp>
      <p:sp>
        <p:nvSpPr>
          <p:cNvPr id="9" name="Google Shape;220;p12"/>
          <p:cNvSpPr txBox="1"/>
          <p:nvPr/>
        </p:nvSpPr>
        <p:spPr>
          <a:xfrm>
            <a:off x="704552" y="198121"/>
            <a:ext cx="10472078" cy="67819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003154"/>
              </a:buClr>
              <a:buSzPts val="4000"/>
              <a:buFont typeface="Times New Roman"/>
              <a:buNone/>
            </a:pPr>
            <a:r>
              <a:rPr lang="en-US" sz="2800" b="1" i="0" u="none" strike="noStrike" cap="none" dirty="0">
                <a:latin typeface="Times New Roman" panose="02020603050405020304" pitchFamily="18" charset="0"/>
                <a:ea typeface="Times New Roman"/>
                <a:cs typeface="Times New Roman" panose="02020603050405020304" pitchFamily="18" charset="0"/>
                <a:sym typeface="Times New Roman"/>
              </a:rPr>
              <a:t>Objective 1 : Developing a dataset</a:t>
            </a:r>
            <a:endParaRPr sz="2800" dirty="0">
              <a:latin typeface="Times New Roman" panose="02020603050405020304" pitchFamily="18" charset="0"/>
              <a:cs typeface="Times New Roman" panose="02020603050405020304" pitchFamily="18" charset="0"/>
            </a:endParaRPr>
          </a:p>
          <a:p>
            <a:pPr marL="0" marR="0" lvl="0" indent="0" algn="ctr" rtl="0">
              <a:lnSpc>
                <a:spcPct val="90000"/>
              </a:lnSpc>
              <a:spcBef>
                <a:spcPts val="0"/>
              </a:spcBef>
              <a:spcAft>
                <a:spcPts val="0"/>
              </a:spcAft>
              <a:buClr>
                <a:schemeClr val="dk1"/>
              </a:buClr>
              <a:buSzPts val="4000"/>
              <a:buFont typeface="Century Gothic"/>
              <a:buNone/>
            </a:pPr>
            <a:endParaRPr sz="2800" b="1" i="0" u="none" strike="noStrike" cap="none" dirty="0">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1"/>
          <p:cNvSpPr>
            <a:spLocks noChangeArrowheads="1"/>
          </p:cNvSpPr>
          <p:nvPr/>
        </p:nvSpPr>
        <p:spPr bwMode="auto">
          <a:xfrm>
            <a:off x="2209800" y="6016400"/>
            <a:ext cx="5241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Tab. 1.</a:t>
            </a:r>
            <a:r>
              <a:rPr kumimoji="0" lang="en-US" altLang="en-US" sz="1200" b="0" i="1" u="none" strike="noStrike" cap="none" normalizeH="0" baseline="0" dirty="0">
                <a:ln>
                  <a:noFill/>
                </a:ln>
                <a:solidFill>
                  <a:schemeClr val="tx1"/>
                </a:solidFill>
                <a:effectLst/>
                <a:latin typeface="Arial" panose="020B0604020202020204" pitchFamily="34" charset="0"/>
              </a:rPr>
              <a:t> Dataset construction </a:t>
            </a:r>
            <a:r>
              <a:rPr kumimoji="0" lang="en-US" altLang="en-US" sz="1200" b="0" i="1" u="none" strike="noStrike" cap="none" normalizeH="0" baseline="0" dirty="0" smtClean="0">
                <a:ln>
                  <a:noFill/>
                </a:ln>
                <a:solidFill>
                  <a:schemeClr val="tx1"/>
                </a:solidFill>
                <a:effectLst/>
                <a:latin typeface="Arial" panose="020B0604020202020204" pitchFamily="34" charset="0"/>
              </a:rPr>
              <a:t>- overview </a:t>
            </a:r>
            <a:r>
              <a:rPr kumimoji="0" lang="en-US" altLang="en-US" sz="1200" b="0" i="1" u="none" strike="noStrike" cap="none" normalizeH="0" baseline="0" dirty="0">
                <a:ln>
                  <a:noFill/>
                </a:ln>
                <a:solidFill>
                  <a:schemeClr val="tx1"/>
                </a:solidFill>
                <a:effectLst/>
                <a:latin typeface="Arial" panose="020B0604020202020204" pitchFamily="34" charset="0"/>
              </a:rPr>
              <a:t>for </a:t>
            </a:r>
            <a:r>
              <a:rPr kumimoji="0" lang="en-US" altLang="en-US" sz="1200" b="0" i="1" u="none" strike="noStrike" cap="none" normalizeH="0" baseline="0" dirty="0" err="1">
                <a:ln>
                  <a:noFill/>
                </a:ln>
                <a:solidFill>
                  <a:schemeClr val="tx1"/>
                </a:solidFill>
                <a:effectLst/>
                <a:latin typeface="Arial" panose="020B0604020202020204" pitchFamily="34" charset="0"/>
              </a:rPr>
              <a:t>Multilabel</a:t>
            </a:r>
            <a:r>
              <a:rPr kumimoji="0" lang="en-US" altLang="en-US" sz="1200" b="0" i="1" u="none" strike="noStrike" cap="none" normalizeH="0" baseline="0" dirty="0">
                <a:ln>
                  <a:noFill/>
                </a:ln>
                <a:solidFill>
                  <a:schemeClr val="tx1"/>
                </a:solidFill>
                <a:effectLst/>
                <a:latin typeface="Arial" panose="020B0604020202020204" pitchFamily="34" charset="0"/>
              </a:rPr>
              <a:t> and Multiclass </a:t>
            </a:r>
            <a:r>
              <a:rPr kumimoji="0" lang="en-US" altLang="en-US" sz="1200" b="0" i="1" u="none" strike="noStrike" cap="none" normalizeH="0" baseline="0" dirty="0" smtClean="0">
                <a:ln>
                  <a:noFill/>
                </a:ln>
                <a:solidFill>
                  <a:schemeClr val="tx1"/>
                </a:solidFill>
                <a:effectLst/>
                <a:latin typeface="Arial" panose="020B0604020202020204" pitchFamily="34" charset="0"/>
              </a:rPr>
              <a:t>defect</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pic>
        <p:nvPicPr>
          <p:cNvPr id="10" name="Picture 9"/>
          <p:cNvPicPr>
            <a:picLocks noChangeAspect="1"/>
          </p:cNvPicPr>
          <p:nvPr/>
        </p:nvPicPr>
        <p:blipFill>
          <a:blip r:embed="rId3"/>
          <a:stretch>
            <a:fillRect/>
          </a:stretch>
        </p:blipFill>
        <p:spPr>
          <a:xfrm>
            <a:off x="2092960" y="743022"/>
            <a:ext cx="7802880" cy="5235611"/>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 name="Date Placeholder 1">
            <a:extLst>
              <a:ext uri="{FF2B5EF4-FFF2-40B4-BE49-F238E27FC236}">
                <a16:creationId xmlns:a16="http://schemas.microsoft.com/office/drawing/2014/main" id="{26DEC25A-DD78-4EB0-AF36-210D29549098}"/>
              </a:ext>
            </a:extLst>
          </p:cNvPr>
          <p:cNvSpPr>
            <a:spLocks noGrp="1"/>
          </p:cNvSpPr>
          <p:nvPr>
            <p:ph type="dt" sz="half" idx="10"/>
          </p:nvPr>
        </p:nvSpPr>
        <p:spPr/>
        <p:txBody>
          <a:bodyPr/>
          <a:lstStyle/>
          <a:p>
            <a:fld id="{9362362F-2331-47D9-A48E-FB286C5711FC}" type="datetime1">
              <a:rPr lang="en-US" smtClean="0"/>
              <a:t>12/6/2025</a:t>
            </a:fld>
            <a:endParaRPr lang="en-US"/>
          </a:p>
        </p:txBody>
      </p:sp>
      <p:sp>
        <p:nvSpPr>
          <p:cNvPr id="4" name="Slide Number Placeholder 3">
            <a:extLst>
              <a:ext uri="{FF2B5EF4-FFF2-40B4-BE49-F238E27FC236}">
                <a16:creationId xmlns:a16="http://schemas.microsoft.com/office/drawing/2014/main" id="{51B6EAF9-087C-4214-820B-8638F6A6D2E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21</a:t>
            </a:fld>
            <a:endParaRPr lang="en-US" dirty="0"/>
          </a:p>
        </p:txBody>
      </p:sp>
      <p:sp>
        <p:nvSpPr>
          <p:cNvPr id="5" name="TextBox 4">
            <a:extLst>
              <a:ext uri="{FF2B5EF4-FFF2-40B4-BE49-F238E27FC236}">
                <a16:creationId xmlns:a16="http://schemas.microsoft.com/office/drawing/2014/main" id="{9AD9C75B-166B-4B8C-91FE-7D1DAC866A58}"/>
              </a:ext>
            </a:extLst>
          </p:cNvPr>
          <p:cNvSpPr txBox="1"/>
          <p:nvPr/>
        </p:nvSpPr>
        <p:spPr>
          <a:xfrm>
            <a:off x="1407914" y="-69879"/>
            <a:ext cx="9804918" cy="954390"/>
          </a:xfrm>
          <a:prstGeom prst="rect">
            <a:avLst/>
          </a:prstGeom>
          <a:noFill/>
          <a:ln>
            <a:noFill/>
          </a:ln>
        </p:spPr>
        <p:txBody>
          <a:bodyPr spcFirstLastPara="1" vert="horz" wrap="square" lIns="91425" tIns="45700" rIns="91425" bIns="45700" rtlCol="0" anchor="ctr" anchorCtr="0">
            <a:norm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2  : Experiments- </a:t>
            </a:r>
            <a:r>
              <a:rPr lang="en-US" dirty="0" err="1">
                <a:solidFill>
                  <a:schemeClr val="tx1"/>
                </a:solidFill>
                <a:latin typeface="Times New Roman" panose="02020603050405020304" pitchFamily="18" charset="0"/>
                <a:cs typeface="Times New Roman" panose="02020603050405020304" pitchFamily="18" charset="0"/>
              </a:rPr>
              <a:t>Multilabel</a:t>
            </a:r>
            <a:r>
              <a:rPr lang="en-US" dirty="0">
                <a:solidFill>
                  <a:schemeClr val="tx1"/>
                </a:solidFill>
                <a:latin typeface="Times New Roman" panose="02020603050405020304" pitchFamily="18" charset="0"/>
                <a:cs typeface="Times New Roman" panose="02020603050405020304" pitchFamily="18" charset="0"/>
              </a:rPr>
              <a:t> classification</a:t>
            </a:r>
            <a:endParaRPr lang="en-IN" dirty="0">
              <a:solidFill>
                <a:schemeClr val="tx1"/>
              </a:solidFill>
            </a:endParaRPr>
          </a:p>
        </p:txBody>
      </p:sp>
      <p:sp>
        <p:nvSpPr>
          <p:cNvPr id="3" name="Rectangle 2"/>
          <p:cNvSpPr/>
          <p:nvPr/>
        </p:nvSpPr>
        <p:spPr>
          <a:xfrm>
            <a:off x="3167645" y="6079351"/>
            <a:ext cx="4912326" cy="276999"/>
          </a:xfrm>
          <a:prstGeom prst="rect">
            <a:avLst/>
          </a:prstGeom>
        </p:spPr>
        <p:txBody>
          <a:bodyPr wrap="square">
            <a:spAutoFit/>
          </a:bodyPr>
          <a:lstStyle/>
          <a:p>
            <a:pPr lvl="0" eaLnBrk="0" fontAlgn="base" hangingPunct="0">
              <a:spcBef>
                <a:spcPct val="0"/>
              </a:spcBef>
              <a:spcAft>
                <a:spcPct val="0"/>
              </a:spcAft>
            </a:pPr>
            <a:r>
              <a:rPr lang="en-US" altLang="en-US" sz="1200" b="1" i="1" dirty="0">
                <a:latin typeface="Arial" panose="020B0604020202020204" pitchFamily="34" charset="0"/>
              </a:rPr>
              <a:t>Tab. </a:t>
            </a:r>
            <a:r>
              <a:rPr lang="en-US" altLang="en-US" sz="1200" b="1" i="1" dirty="0" smtClean="0">
                <a:latin typeface="Arial" panose="020B0604020202020204" pitchFamily="34" charset="0"/>
              </a:rPr>
              <a:t>2.</a:t>
            </a:r>
            <a:r>
              <a:rPr lang="en-US" altLang="en-US" sz="1200" i="1" dirty="0" smtClean="0">
                <a:latin typeface="Arial" panose="020B0604020202020204" pitchFamily="34" charset="0"/>
              </a:rPr>
              <a:t> </a:t>
            </a:r>
            <a:r>
              <a:rPr lang="en-US" altLang="en-US" sz="1200" i="1" dirty="0">
                <a:latin typeface="Arial" panose="020B0604020202020204" pitchFamily="34" charset="0"/>
              </a:rPr>
              <a:t>Experiments  conducted for </a:t>
            </a:r>
            <a:r>
              <a:rPr lang="en-US" altLang="en-US" sz="1200" i="1" dirty="0" err="1">
                <a:latin typeface="Arial" panose="020B0604020202020204" pitchFamily="34" charset="0"/>
              </a:rPr>
              <a:t>Multilabel</a:t>
            </a:r>
            <a:r>
              <a:rPr lang="en-US" altLang="en-US" sz="1200" i="1" dirty="0">
                <a:latin typeface="Arial" panose="020B0604020202020204" pitchFamily="34" charset="0"/>
              </a:rPr>
              <a:t> Classification</a:t>
            </a:r>
          </a:p>
        </p:txBody>
      </p:sp>
      <p:pic>
        <p:nvPicPr>
          <p:cNvPr id="7" name="Picture 6"/>
          <p:cNvPicPr>
            <a:picLocks noChangeAspect="1"/>
          </p:cNvPicPr>
          <p:nvPr/>
        </p:nvPicPr>
        <p:blipFill>
          <a:blip r:embed="rId3"/>
          <a:stretch>
            <a:fillRect/>
          </a:stretch>
        </p:blipFill>
        <p:spPr>
          <a:xfrm>
            <a:off x="1101382" y="712177"/>
            <a:ext cx="9510923" cy="5196253"/>
          </a:xfrm>
          <a:prstGeom prst="rect">
            <a:avLst/>
          </a:prstGeom>
        </p:spPr>
      </p:pic>
    </p:spTree>
    <p:extLst>
      <p:ext uri="{BB962C8B-B14F-4D97-AF65-F5344CB8AC3E}">
        <p14:creationId xmlns:p14="http://schemas.microsoft.com/office/powerpoint/2010/main" val="9459086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 name="Date Placeholder 1">
            <a:extLst>
              <a:ext uri="{FF2B5EF4-FFF2-40B4-BE49-F238E27FC236}">
                <a16:creationId xmlns:a16="http://schemas.microsoft.com/office/drawing/2014/main" id="{26DEC25A-DD78-4EB0-AF36-210D29549098}"/>
              </a:ext>
            </a:extLst>
          </p:cNvPr>
          <p:cNvSpPr>
            <a:spLocks noGrp="1"/>
          </p:cNvSpPr>
          <p:nvPr>
            <p:ph type="dt" sz="half" idx="10"/>
          </p:nvPr>
        </p:nvSpPr>
        <p:spPr/>
        <p:txBody>
          <a:bodyPr/>
          <a:lstStyle/>
          <a:p>
            <a:fld id="{9362362F-2331-47D9-A48E-FB286C5711FC}" type="datetime1">
              <a:rPr lang="en-US" smtClean="0"/>
              <a:t>12/6/2025</a:t>
            </a:fld>
            <a:endParaRPr lang="en-US"/>
          </a:p>
        </p:txBody>
      </p:sp>
      <p:sp>
        <p:nvSpPr>
          <p:cNvPr id="4" name="Slide Number Placeholder 3">
            <a:extLst>
              <a:ext uri="{FF2B5EF4-FFF2-40B4-BE49-F238E27FC236}">
                <a16:creationId xmlns:a16="http://schemas.microsoft.com/office/drawing/2014/main" id="{51B6EAF9-087C-4214-820B-8638F6A6D2E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22</a:t>
            </a:fld>
            <a:endParaRPr lang="en-US" dirty="0"/>
          </a:p>
        </p:txBody>
      </p:sp>
      <p:sp>
        <p:nvSpPr>
          <p:cNvPr id="5" name="TextBox 4">
            <a:extLst>
              <a:ext uri="{FF2B5EF4-FFF2-40B4-BE49-F238E27FC236}">
                <a16:creationId xmlns:a16="http://schemas.microsoft.com/office/drawing/2014/main" id="{9AD9C75B-166B-4B8C-91FE-7D1DAC866A58}"/>
              </a:ext>
            </a:extLst>
          </p:cNvPr>
          <p:cNvSpPr txBox="1"/>
          <p:nvPr/>
        </p:nvSpPr>
        <p:spPr>
          <a:xfrm>
            <a:off x="1407914" y="-69879"/>
            <a:ext cx="9804918" cy="954390"/>
          </a:xfrm>
          <a:prstGeom prst="rect">
            <a:avLst/>
          </a:prstGeom>
          <a:noFill/>
          <a:ln>
            <a:noFill/>
          </a:ln>
        </p:spPr>
        <p:txBody>
          <a:bodyPr spcFirstLastPara="1" vert="horz" wrap="square" lIns="91425" tIns="45700" rIns="91425" bIns="45700" rtlCol="0" anchor="ctr" anchorCtr="0">
            <a:norm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a:t>
            </a:r>
            <a:r>
              <a:rPr lang="en-US" dirty="0" smtClean="0">
                <a:solidFill>
                  <a:schemeClr val="tx1"/>
                </a:solidFill>
                <a:latin typeface="Times New Roman" panose="02020603050405020304" pitchFamily="18" charset="0"/>
                <a:cs typeface="Times New Roman" panose="02020603050405020304" pitchFamily="18" charset="0"/>
              </a:rPr>
              <a:t>3  </a:t>
            </a:r>
            <a:r>
              <a:rPr lang="en-US" dirty="0">
                <a:solidFill>
                  <a:schemeClr val="tx1"/>
                </a:solidFill>
                <a:latin typeface="Times New Roman" panose="02020603050405020304" pitchFamily="18" charset="0"/>
                <a:cs typeface="Times New Roman" panose="02020603050405020304" pitchFamily="18" charset="0"/>
              </a:rPr>
              <a:t>: Experiments- </a:t>
            </a:r>
            <a:r>
              <a:rPr lang="en-US" dirty="0" smtClean="0">
                <a:solidFill>
                  <a:schemeClr val="tx1"/>
                </a:solidFill>
                <a:latin typeface="Times New Roman" panose="02020603050405020304" pitchFamily="18" charset="0"/>
                <a:cs typeface="Times New Roman" panose="02020603050405020304" pitchFamily="18" charset="0"/>
              </a:rPr>
              <a:t>Multiclass </a:t>
            </a:r>
            <a:r>
              <a:rPr lang="en-US" dirty="0">
                <a:solidFill>
                  <a:schemeClr val="tx1"/>
                </a:solidFill>
                <a:latin typeface="Times New Roman" panose="02020603050405020304" pitchFamily="18" charset="0"/>
                <a:cs typeface="Times New Roman" panose="02020603050405020304" pitchFamily="18" charset="0"/>
              </a:rPr>
              <a:t>classification</a:t>
            </a:r>
            <a:endParaRPr lang="en-IN" dirty="0">
              <a:solidFill>
                <a:schemeClr val="tx1"/>
              </a:solidFill>
            </a:endParaRPr>
          </a:p>
        </p:txBody>
      </p:sp>
      <p:sp>
        <p:nvSpPr>
          <p:cNvPr id="3" name="Rectangle 2"/>
          <p:cNvSpPr/>
          <p:nvPr/>
        </p:nvSpPr>
        <p:spPr>
          <a:xfrm>
            <a:off x="3167645" y="6079351"/>
            <a:ext cx="4912326" cy="276999"/>
          </a:xfrm>
          <a:prstGeom prst="rect">
            <a:avLst/>
          </a:prstGeom>
        </p:spPr>
        <p:txBody>
          <a:bodyPr wrap="square">
            <a:spAutoFit/>
          </a:bodyPr>
          <a:lstStyle/>
          <a:p>
            <a:pPr lvl="0" eaLnBrk="0" fontAlgn="base" hangingPunct="0">
              <a:spcBef>
                <a:spcPct val="0"/>
              </a:spcBef>
              <a:spcAft>
                <a:spcPct val="0"/>
              </a:spcAft>
            </a:pPr>
            <a:r>
              <a:rPr lang="en-US" altLang="en-US" sz="1200" b="1" i="1" dirty="0">
                <a:latin typeface="Arial" panose="020B0604020202020204" pitchFamily="34" charset="0"/>
              </a:rPr>
              <a:t>Tab. 3.</a:t>
            </a:r>
            <a:r>
              <a:rPr lang="en-US" altLang="en-US" sz="1200" i="1" dirty="0">
                <a:latin typeface="Arial" panose="020B0604020202020204" pitchFamily="34" charset="0"/>
              </a:rPr>
              <a:t> Experiments  conducted for </a:t>
            </a:r>
            <a:r>
              <a:rPr lang="en-US" altLang="en-US" sz="1200" i="1" dirty="0" smtClean="0">
                <a:latin typeface="Arial" panose="020B0604020202020204" pitchFamily="34" charset="0"/>
              </a:rPr>
              <a:t>Multiclass </a:t>
            </a:r>
            <a:r>
              <a:rPr lang="en-US" altLang="en-US" sz="1200" i="1" dirty="0">
                <a:latin typeface="Arial" panose="020B0604020202020204" pitchFamily="34" charset="0"/>
              </a:rPr>
              <a:t>Classification</a:t>
            </a:r>
          </a:p>
        </p:txBody>
      </p:sp>
      <p:pic>
        <p:nvPicPr>
          <p:cNvPr id="7" name="Picture 6"/>
          <p:cNvPicPr>
            <a:picLocks noChangeAspect="1"/>
          </p:cNvPicPr>
          <p:nvPr/>
        </p:nvPicPr>
        <p:blipFill>
          <a:blip r:embed="rId3"/>
          <a:stretch>
            <a:fillRect/>
          </a:stretch>
        </p:blipFill>
        <p:spPr>
          <a:xfrm>
            <a:off x="1007287" y="780564"/>
            <a:ext cx="10346513" cy="4867963"/>
          </a:xfrm>
          <a:prstGeom prst="rect">
            <a:avLst/>
          </a:prstGeom>
        </p:spPr>
      </p:pic>
    </p:spTree>
    <p:extLst>
      <p:ext uri="{BB962C8B-B14F-4D97-AF65-F5344CB8AC3E}">
        <p14:creationId xmlns:p14="http://schemas.microsoft.com/office/powerpoint/2010/main" val="31507413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23</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1"/>
          <p:cNvSpPr>
            <a:spLocks noChangeArrowheads="1"/>
          </p:cNvSpPr>
          <p:nvPr/>
        </p:nvSpPr>
        <p:spPr bwMode="auto">
          <a:xfrm>
            <a:off x="2640401" y="5885912"/>
            <a:ext cx="809809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12.</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Word cloud visualization for top 200 features selected using </a:t>
            </a:r>
            <a:r>
              <a:rPr lang="el-GR" sz="1200" dirty="0"/>
              <a:t>χ²</a:t>
            </a:r>
            <a:r>
              <a:rPr lang="en-US" sz="1200" dirty="0"/>
              <a:t> </a:t>
            </a:r>
            <a:r>
              <a:rPr kumimoji="0" lang="en-US" altLang="en-US" sz="1200" b="0" i="1" u="none" strike="noStrike" cap="none" normalizeH="0" baseline="0" dirty="0">
                <a:ln>
                  <a:noFill/>
                </a:ln>
                <a:solidFill>
                  <a:schemeClr val="tx1"/>
                </a:solidFill>
                <a:effectLst/>
                <a:latin typeface="Arial" panose="020B0604020202020204" pitchFamily="34" charset="0"/>
              </a:rPr>
              <a:t> feature selection for label type Document</a:t>
            </a:r>
          </a:p>
        </p:txBody>
      </p:sp>
      <p:sp>
        <p:nvSpPr>
          <p:cNvPr id="9" name="TextBox 8">
            <a:extLst>
              <a:ext uri="{FF2B5EF4-FFF2-40B4-BE49-F238E27FC236}">
                <a16:creationId xmlns:a16="http://schemas.microsoft.com/office/drawing/2014/main" id="{9AD9C75B-166B-4B8C-91FE-7D1DAC866A58}"/>
              </a:ext>
            </a:extLst>
          </p:cNvPr>
          <p:cNvSpPr txBox="1"/>
          <p:nvPr/>
        </p:nvSpPr>
        <p:spPr>
          <a:xfrm>
            <a:off x="1292573" y="80817"/>
            <a:ext cx="9804918" cy="594388"/>
          </a:xfrm>
          <a:prstGeom prst="rect">
            <a:avLst/>
          </a:prstGeom>
          <a:noFill/>
          <a:ln>
            <a:noFill/>
          </a:ln>
        </p:spPr>
        <p:txBody>
          <a:bodyPr spcFirstLastPara="1" vert="horz" wrap="square" lIns="91425" tIns="45700" rIns="91425" bIns="45700" rtlCol="0" anchor="ctr" anchorCtr="0">
            <a:norm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pPr algn="ctr"/>
            <a:r>
              <a:rPr lang="en-US" dirty="0">
                <a:solidFill>
                  <a:schemeClr val="tx1"/>
                </a:solidFill>
                <a:latin typeface="Times New Roman" panose="02020603050405020304" pitchFamily="18" charset="0"/>
                <a:cs typeface="Times New Roman" panose="02020603050405020304" pitchFamily="18" charset="0"/>
              </a:rPr>
              <a:t>Objective 2 </a:t>
            </a:r>
            <a:r>
              <a:rPr lang="en-US" dirty="0" smtClean="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 Feature Selection using </a:t>
            </a:r>
            <a:r>
              <a:rPr lang="el-GR" dirty="0"/>
              <a:t>χ²</a:t>
            </a:r>
            <a:endParaRPr lang="en-IN" dirty="0">
              <a:solidFill>
                <a:schemeClr val="tx1"/>
              </a:solidFill>
            </a:endParaRPr>
          </a:p>
        </p:txBody>
      </p:sp>
      <p:sp>
        <p:nvSpPr>
          <p:cNvPr id="22" name="Rectangle 21"/>
          <p:cNvSpPr/>
          <p:nvPr/>
        </p:nvSpPr>
        <p:spPr>
          <a:xfrm>
            <a:off x="1014153" y="1032931"/>
            <a:ext cx="10083338" cy="46634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8134" y="1239836"/>
            <a:ext cx="9500364" cy="4043363"/>
          </a:xfrm>
          <a:prstGeom prst="rect">
            <a:avLst/>
          </a:prstGeom>
        </p:spPr>
      </p:pic>
    </p:spTree>
    <p:extLst>
      <p:ext uri="{BB962C8B-B14F-4D97-AF65-F5344CB8AC3E}">
        <p14:creationId xmlns:p14="http://schemas.microsoft.com/office/powerpoint/2010/main" val="32435602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B32896-9F03-4D88-9FD8-55FF139CFA6C}" type="datetime1">
              <a:rPr lang="en-US" smtClean="0"/>
              <a:t>12/6/2025</a:t>
            </a:fld>
            <a:endParaRPr lang="en-US" dirty="0"/>
          </a:p>
        </p:txBody>
      </p:sp>
      <p:sp>
        <p:nvSpPr>
          <p:cNvPr id="5" name="Slide Number Placeholder 4"/>
          <p:cNvSpPr>
            <a:spLocks noGrp="1"/>
          </p:cNvSpPr>
          <p:nvPr>
            <p:ph type="sldNum" sz="quarter" idx="12"/>
          </p:nvPr>
        </p:nvSpPr>
        <p:spPr/>
        <p:txBody>
          <a:bodyPr/>
          <a:lstStyle/>
          <a:p>
            <a:fld id="{00000000-1234-1234-1234-123412341234}" type="slidenum">
              <a:rPr lang="en-US" smtClean="0"/>
              <a:pPr/>
              <a:t>24</a:t>
            </a:fld>
            <a:endParaRPr lang="en-US" dirty="0"/>
          </a:p>
        </p:txBody>
      </p:sp>
      <p:sp>
        <p:nvSpPr>
          <p:cNvPr id="9" name="Title 8"/>
          <p:cNvSpPr>
            <a:spLocks noGrp="1"/>
          </p:cNvSpPr>
          <p:nvPr>
            <p:ph type="title"/>
          </p:nvPr>
        </p:nvSpPr>
        <p:spPr>
          <a:xfrm>
            <a:off x="838200" y="365125"/>
            <a:ext cx="10515600" cy="430941"/>
          </a:xfrm>
        </p:spPr>
        <p:txBody>
          <a:bodyPr>
            <a:noAutofit/>
          </a:bodyPr>
          <a:lstStyle/>
          <a:p>
            <a:r>
              <a:rPr lang="en-US" sz="2800" b="1" dirty="0" smtClean="0"/>
              <a:t>Objective -2 : NNLS- Handle Class </a:t>
            </a:r>
            <a:r>
              <a:rPr lang="en-US" sz="2800" b="1" dirty="0"/>
              <a:t>I</a:t>
            </a:r>
            <a:r>
              <a:rPr lang="en-US" sz="2800" b="1" dirty="0" smtClean="0"/>
              <a:t>mbalance (</a:t>
            </a:r>
            <a:r>
              <a:rPr lang="en-US" sz="2800" b="1" dirty="0" smtClean="0">
                <a:solidFill>
                  <a:srgbClr val="FF0000"/>
                </a:solidFill>
                <a:latin typeface="Times New Roman"/>
                <a:cs typeface="Times New Roman"/>
                <a:sym typeface="Times New Roman"/>
              </a:rPr>
              <a:t>Review </a:t>
            </a:r>
            <a:r>
              <a:rPr lang="en-US" sz="2800" b="1" dirty="0">
                <a:solidFill>
                  <a:srgbClr val="FF0000"/>
                </a:solidFill>
                <a:latin typeface="Times New Roman"/>
                <a:cs typeface="Times New Roman"/>
                <a:sym typeface="Times New Roman"/>
              </a:rPr>
              <a:t>Question</a:t>
            </a:r>
            <a:r>
              <a:rPr lang="en-US" sz="2800" b="1" dirty="0">
                <a:latin typeface="Times New Roman"/>
                <a:cs typeface="Times New Roman"/>
                <a:sym typeface="Times New Roman"/>
              </a:rPr>
              <a:t>)</a:t>
            </a:r>
            <a:endParaRPr lang="en-IN" sz="2800" b="1" dirty="0"/>
          </a:p>
        </p:txBody>
      </p:sp>
      <p:pic>
        <p:nvPicPr>
          <p:cNvPr id="15" name="Picture 14"/>
          <p:cNvPicPr>
            <a:picLocks noChangeAspect="1"/>
          </p:cNvPicPr>
          <p:nvPr/>
        </p:nvPicPr>
        <p:blipFill>
          <a:blip r:embed="rId2"/>
          <a:stretch>
            <a:fillRect/>
          </a:stretch>
        </p:blipFill>
        <p:spPr>
          <a:xfrm>
            <a:off x="1060380" y="3169606"/>
            <a:ext cx="5064284" cy="2558354"/>
          </a:xfrm>
          <a:prstGeom prst="rect">
            <a:avLst/>
          </a:prstGeom>
        </p:spPr>
      </p:pic>
      <p:pic>
        <p:nvPicPr>
          <p:cNvPr id="19" name="Picture 18"/>
          <p:cNvPicPr>
            <a:picLocks noChangeAspect="1"/>
          </p:cNvPicPr>
          <p:nvPr/>
        </p:nvPicPr>
        <p:blipFill>
          <a:blip r:embed="rId3"/>
          <a:stretch>
            <a:fillRect/>
          </a:stretch>
        </p:blipFill>
        <p:spPr>
          <a:xfrm>
            <a:off x="1060380" y="1246381"/>
            <a:ext cx="3339498" cy="1544741"/>
          </a:xfrm>
          <a:prstGeom prst="rect">
            <a:avLst/>
          </a:prstGeom>
        </p:spPr>
      </p:pic>
      <p:sp>
        <p:nvSpPr>
          <p:cNvPr id="23" name="TextBox 22"/>
          <p:cNvSpPr txBox="1"/>
          <p:nvPr/>
        </p:nvSpPr>
        <p:spPr>
          <a:xfrm>
            <a:off x="936755" y="819823"/>
            <a:ext cx="3266600" cy="369332"/>
          </a:xfrm>
          <a:prstGeom prst="rect">
            <a:avLst/>
          </a:prstGeom>
          <a:noFill/>
        </p:spPr>
        <p:txBody>
          <a:bodyPr wrap="none" rtlCol="0">
            <a:spAutoFit/>
          </a:bodyPr>
          <a:lstStyle/>
          <a:p>
            <a:r>
              <a:rPr lang="en-US" b="1" dirty="0" smtClean="0">
                <a:solidFill>
                  <a:srgbClr val="FF0000"/>
                </a:solidFill>
              </a:rPr>
              <a:t>Example - Target label count = 4 </a:t>
            </a:r>
            <a:endParaRPr lang="en-IN" b="1" dirty="0">
              <a:solidFill>
                <a:srgbClr val="FF0000"/>
              </a:solidFill>
            </a:endParaRPr>
          </a:p>
        </p:txBody>
      </p:sp>
      <p:pic>
        <p:nvPicPr>
          <p:cNvPr id="27" name="Picture 26"/>
          <p:cNvPicPr>
            <a:picLocks noChangeAspect="1"/>
          </p:cNvPicPr>
          <p:nvPr/>
        </p:nvPicPr>
        <p:blipFill>
          <a:blip r:embed="rId4"/>
          <a:stretch>
            <a:fillRect/>
          </a:stretch>
        </p:blipFill>
        <p:spPr>
          <a:xfrm>
            <a:off x="4561241" y="1174550"/>
            <a:ext cx="7007913" cy="1858680"/>
          </a:xfrm>
          <a:prstGeom prst="rect">
            <a:avLst/>
          </a:prstGeom>
        </p:spPr>
      </p:pic>
      <p:pic>
        <p:nvPicPr>
          <p:cNvPr id="28" name="Picture 27"/>
          <p:cNvPicPr>
            <a:picLocks noChangeAspect="1"/>
          </p:cNvPicPr>
          <p:nvPr/>
        </p:nvPicPr>
        <p:blipFill>
          <a:blip r:embed="rId5"/>
          <a:stretch>
            <a:fillRect/>
          </a:stretch>
        </p:blipFill>
        <p:spPr>
          <a:xfrm>
            <a:off x="6407909" y="3146671"/>
            <a:ext cx="4945891" cy="2483651"/>
          </a:xfrm>
          <a:prstGeom prst="rect">
            <a:avLst/>
          </a:prstGeom>
        </p:spPr>
      </p:pic>
      <p:cxnSp>
        <p:nvCxnSpPr>
          <p:cNvPr id="3" name="Straight Connector 2"/>
          <p:cNvCxnSpPr/>
          <p:nvPr/>
        </p:nvCxnSpPr>
        <p:spPr>
          <a:xfrm>
            <a:off x="1060380" y="1097280"/>
            <a:ext cx="297314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
          <p:cNvSpPr>
            <a:spLocks noChangeArrowheads="1"/>
          </p:cNvSpPr>
          <p:nvPr/>
        </p:nvSpPr>
        <p:spPr bwMode="auto">
          <a:xfrm>
            <a:off x="1884103" y="5832990"/>
            <a:ext cx="322637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13.</a:t>
            </a:r>
            <a:r>
              <a:rPr kumimoji="0" lang="en-US" altLang="en-US" sz="1200" b="0" i="1" u="none" strike="noStrike" cap="none" normalizeH="0" baseline="0" dirty="0" smtClean="0">
                <a:ln>
                  <a:noFill/>
                </a:ln>
                <a:solidFill>
                  <a:schemeClr val="tx1"/>
                </a:solidFill>
                <a:effectLst/>
                <a:latin typeface="Arial" panose="020B0604020202020204" pitchFamily="34" charset="0"/>
              </a:rPr>
              <a:t> How NNLS helps </a:t>
            </a:r>
            <a:r>
              <a:rPr lang="en-US" altLang="en-US" sz="1200" i="1" dirty="0" smtClean="0">
                <a:latin typeface="Arial" panose="020B0604020202020204" pitchFamily="34" charset="0"/>
              </a:rPr>
              <a:t>in class balancing</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56721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B32896-9F03-4D88-9FD8-55FF139CFA6C}" type="datetime1">
              <a:rPr lang="en-US" smtClean="0"/>
              <a:t>12/6/2025</a:t>
            </a:fld>
            <a:endParaRPr lang="en-US" dirty="0"/>
          </a:p>
        </p:txBody>
      </p:sp>
      <p:sp>
        <p:nvSpPr>
          <p:cNvPr id="5" name="Slide Number Placeholder 4"/>
          <p:cNvSpPr>
            <a:spLocks noGrp="1"/>
          </p:cNvSpPr>
          <p:nvPr>
            <p:ph type="sldNum" sz="quarter" idx="12"/>
          </p:nvPr>
        </p:nvSpPr>
        <p:spPr/>
        <p:txBody>
          <a:bodyPr/>
          <a:lstStyle/>
          <a:p>
            <a:fld id="{00000000-1234-1234-1234-123412341234}" type="slidenum">
              <a:rPr lang="en-US" smtClean="0"/>
              <a:pPr/>
              <a:t>25</a:t>
            </a:fld>
            <a:endParaRPr lang="en-US" dirty="0"/>
          </a:p>
        </p:txBody>
      </p:sp>
      <p:sp>
        <p:nvSpPr>
          <p:cNvPr id="9" name="Title 8"/>
          <p:cNvSpPr>
            <a:spLocks noGrp="1"/>
          </p:cNvSpPr>
          <p:nvPr>
            <p:ph type="title"/>
          </p:nvPr>
        </p:nvSpPr>
        <p:spPr>
          <a:xfrm>
            <a:off x="451821" y="365125"/>
            <a:ext cx="11349317" cy="612077"/>
          </a:xfrm>
        </p:spPr>
        <p:txBody>
          <a:bodyPr>
            <a:noAutofit/>
          </a:bodyPr>
          <a:lstStyle/>
          <a:p>
            <a:r>
              <a:rPr lang="en-US" sz="2800" b="1" dirty="0" smtClean="0"/>
              <a:t>Objective -2 : SMOTE vs NNLS for Handling Class </a:t>
            </a:r>
            <a:r>
              <a:rPr lang="en-US" sz="2800" b="1" dirty="0"/>
              <a:t>I</a:t>
            </a:r>
            <a:r>
              <a:rPr lang="en-US" sz="2800" b="1" dirty="0" smtClean="0"/>
              <a:t>mbalance (</a:t>
            </a:r>
            <a:r>
              <a:rPr lang="en-US" sz="2800" b="1" dirty="0" smtClean="0">
                <a:solidFill>
                  <a:srgbClr val="FF0000"/>
                </a:solidFill>
                <a:latin typeface="Times New Roman"/>
                <a:cs typeface="Times New Roman"/>
                <a:sym typeface="Times New Roman"/>
              </a:rPr>
              <a:t>Review </a:t>
            </a:r>
            <a:r>
              <a:rPr lang="en-US" sz="2800" b="1" dirty="0">
                <a:solidFill>
                  <a:srgbClr val="FF0000"/>
                </a:solidFill>
                <a:latin typeface="Times New Roman"/>
                <a:cs typeface="Times New Roman"/>
                <a:sym typeface="Times New Roman"/>
              </a:rPr>
              <a:t>Question</a:t>
            </a:r>
            <a:r>
              <a:rPr lang="en-US" sz="2800" b="1" dirty="0">
                <a:latin typeface="Times New Roman"/>
                <a:cs typeface="Times New Roman"/>
                <a:sym typeface="Times New Roman"/>
              </a:rPr>
              <a:t>)</a:t>
            </a:r>
            <a:endParaRPr lang="en-IN" sz="2800" b="1" dirty="0"/>
          </a:p>
        </p:txBody>
      </p:sp>
      <p:pic>
        <p:nvPicPr>
          <p:cNvPr id="2" name="Picture 1"/>
          <p:cNvPicPr>
            <a:picLocks noChangeAspect="1"/>
          </p:cNvPicPr>
          <p:nvPr/>
        </p:nvPicPr>
        <p:blipFill>
          <a:blip r:embed="rId2"/>
          <a:stretch>
            <a:fillRect/>
          </a:stretch>
        </p:blipFill>
        <p:spPr>
          <a:xfrm>
            <a:off x="1097280" y="1206765"/>
            <a:ext cx="10256520" cy="4811242"/>
          </a:xfrm>
          <a:prstGeom prst="rect">
            <a:avLst/>
          </a:prstGeom>
        </p:spPr>
      </p:pic>
      <p:sp>
        <p:nvSpPr>
          <p:cNvPr id="6" name="Rectangle 1"/>
          <p:cNvSpPr>
            <a:spLocks noChangeArrowheads="1"/>
          </p:cNvSpPr>
          <p:nvPr/>
        </p:nvSpPr>
        <p:spPr bwMode="auto">
          <a:xfrm>
            <a:off x="2687320" y="6109070"/>
            <a:ext cx="31781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Tab. </a:t>
            </a:r>
            <a:r>
              <a:rPr kumimoji="0" lang="en-US" altLang="en-US" sz="1200" b="1" i="1" u="none" strike="noStrike" cap="none" normalizeH="0" baseline="0" dirty="0" smtClean="0">
                <a:ln>
                  <a:noFill/>
                </a:ln>
                <a:solidFill>
                  <a:schemeClr val="tx1"/>
                </a:solidFill>
                <a:effectLst/>
                <a:latin typeface="Arial" panose="020B0604020202020204" pitchFamily="34" charset="0"/>
              </a:rPr>
              <a:t>4.</a:t>
            </a:r>
            <a:r>
              <a:rPr kumimoji="0" lang="en-US" altLang="en-US" sz="1200" b="0" i="1" u="none" strike="noStrike" cap="none" normalizeH="0" baseline="0" dirty="0" smtClean="0">
                <a:ln>
                  <a:noFill/>
                </a:ln>
                <a:solidFill>
                  <a:schemeClr val="tx1"/>
                </a:solidFill>
                <a:effectLst/>
                <a:latin typeface="Arial" panose="020B0604020202020204" pitchFamily="34" charset="0"/>
              </a:rPr>
              <a:t> SMOTE vs NNLS Class  </a:t>
            </a:r>
            <a:r>
              <a:rPr lang="en-US" altLang="en-US" sz="1200" i="1" dirty="0" smtClean="0">
                <a:latin typeface="Arial" panose="020B0604020202020204" pitchFamily="34" charset="0"/>
              </a:rPr>
              <a:t>Balancing</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172292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B32896-9F03-4D88-9FD8-55FF139CFA6C}" type="datetime1">
              <a:rPr lang="en-US" smtClean="0"/>
              <a:t>12/6/2025</a:t>
            </a:fld>
            <a:endParaRPr lang="en-US" dirty="0"/>
          </a:p>
        </p:txBody>
      </p:sp>
      <p:sp>
        <p:nvSpPr>
          <p:cNvPr id="9" name="Title 8"/>
          <p:cNvSpPr>
            <a:spLocks noGrp="1"/>
          </p:cNvSpPr>
          <p:nvPr>
            <p:ph type="title"/>
          </p:nvPr>
        </p:nvSpPr>
        <p:spPr>
          <a:xfrm>
            <a:off x="838200" y="365125"/>
            <a:ext cx="10515600" cy="430941"/>
          </a:xfrm>
        </p:spPr>
        <p:txBody>
          <a:bodyPr>
            <a:noAutofit/>
          </a:bodyPr>
          <a:lstStyle/>
          <a:p>
            <a:r>
              <a:rPr lang="en-US" sz="2800" b="1" dirty="0" smtClean="0"/>
              <a:t>Objective -2,3 : Handling Class </a:t>
            </a:r>
            <a:r>
              <a:rPr lang="en-US" sz="2800" b="1" dirty="0"/>
              <a:t>I</a:t>
            </a:r>
            <a:r>
              <a:rPr lang="en-US" sz="2800" b="1" dirty="0" smtClean="0"/>
              <a:t>mbalance (</a:t>
            </a:r>
            <a:r>
              <a:rPr lang="en-US" sz="2800" b="1" dirty="0" smtClean="0">
                <a:solidFill>
                  <a:srgbClr val="FF0000"/>
                </a:solidFill>
                <a:latin typeface="Times New Roman"/>
                <a:cs typeface="Times New Roman"/>
                <a:sym typeface="Times New Roman"/>
              </a:rPr>
              <a:t>Review </a:t>
            </a:r>
            <a:r>
              <a:rPr lang="en-US" sz="2800" b="1" dirty="0">
                <a:solidFill>
                  <a:srgbClr val="FF0000"/>
                </a:solidFill>
                <a:latin typeface="Times New Roman"/>
                <a:cs typeface="Times New Roman"/>
                <a:sym typeface="Times New Roman"/>
              </a:rPr>
              <a:t>Question</a:t>
            </a:r>
            <a:r>
              <a:rPr lang="en-US" sz="2800" b="1" dirty="0">
                <a:latin typeface="Times New Roman"/>
                <a:cs typeface="Times New Roman"/>
                <a:sym typeface="Times New Roman"/>
              </a:rPr>
              <a:t>)</a:t>
            </a:r>
            <a:endParaRPr lang="en-IN" sz="2800" b="1" dirty="0"/>
          </a:p>
        </p:txBody>
      </p:sp>
      <p:pic>
        <p:nvPicPr>
          <p:cNvPr id="8" name="Picture 7"/>
          <p:cNvPicPr>
            <a:picLocks noChangeAspect="1"/>
          </p:cNvPicPr>
          <p:nvPr/>
        </p:nvPicPr>
        <p:blipFill>
          <a:blip r:embed="rId3"/>
          <a:stretch>
            <a:fillRect/>
          </a:stretch>
        </p:blipFill>
        <p:spPr>
          <a:xfrm>
            <a:off x="6068762" y="4579725"/>
            <a:ext cx="5033169" cy="1252264"/>
          </a:xfrm>
          <a:prstGeom prst="rect">
            <a:avLst/>
          </a:prstGeom>
        </p:spPr>
      </p:pic>
      <p:pic>
        <p:nvPicPr>
          <p:cNvPr id="10" name="Picture 9"/>
          <p:cNvPicPr>
            <a:picLocks noChangeAspect="1"/>
          </p:cNvPicPr>
          <p:nvPr/>
        </p:nvPicPr>
        <p:blipFill>
          <a:blip r:embed="rId4"/>
          <a:stretch>
            <a:fillRect/>
          </a:stretch>
        </p:blipFill>
        <p:spPr>
          <a:xfrm>
            <a:off x="1441766" y="4579725"/>
            <a:ext cx="4414520" cy="1298389"/>
          </a:xfrm>
          <a:prstGeom prst="rect">
            <a:avLst/>
          </a:prstGeom>
        </p:spPr>
      </p:pic>
      <p:pic>
        <p:nvPicPr>
          <p:cNvPr id="12" name="Picture 11"/>
          <p:cNvPicPr>
            <a:picLocks noChangeAspect="1"/>
          </p:cNvPicPr>
          <p:nvPr/>
        </p:nvPicPr>
        <p:blipFill>
          <a:blip r:embed="rId5"/>
          <a:stretch>
            <a:fillRect/>
          </a:stretch>
        </p:blipFill>
        <p:spPr>
          <a:xfrm>
            <a:off x="2209800" y="1017090"/>
            <a:ext cx="7292972" cy="3292125"/>
          </a:xfrm>
          <a:prstGeom prst="rect">
            <a:avLst/>
          </a:prstGeom>
        </p:spPr>
      </p:pic>
      <p:sp>
        <p:nvSpPr>
          <p:cNvPr id="13" name="TextBox 12"/>
          <p:cNvSpPr txBox="1"/>
          <p:nvPr/>
        </p:nvSpPr>
        <p:spPr>
          <a:xfrm>
            <a:off x="7727226" y="4309215"/>
            <a:ext cx="858120" cy="369332"/>
          </a:xfrm>
          <a:prstGeom prst="rect">
            <a:avLst/>
          </a:prstGeom>
          <a:noFill/>
        </p:spPr>
        <p:txBody>
          <a:bodyPr wrap="none" rtlCol="0">
            <a:spAutoFit/>
          </a:bodyPr>
          <a:lstStyle/>
          <a:p>
            <a:r>
              <a:rPr lang="en-US" dirty="0" smtClean="0"/>
              <a:t>SMOTE</a:t>
            </a:r>
            <a:endParaRPr lang="en-IN" dirty="0"/>
          </a:p>
        </p:txBody>
      </p:sp>
      <p:sp>
        <p:nvSpPr>
          <p:cNvPr id="14" name="TextBox 13"/>
          <p:cNvSpPr txBox="1"/>
          <p:nvPr/>
        </p:nvSpPr>
        <p:spPr>
          <a:xfrm>
            <a:off x="2962620" y="4309215"/>
            <a:ext cx="686406" cy="369332"/>
          </a:xfrm>
          <a:prstGeom prst="rect">
            <a:avLst/>
          </a:prstGeom>
          <a:noFill/>
        </p:spPr>
        <p:txBody>
          <a:bodyPr wrap="none" rtlCol="0">
            <a:spAutoFit/>
          </a:bodyPr>
          <a:lstStyle/>
          <a:p>
            <a:r>
              <a:rPr lang="en-US" dirty="0" smtClean="0"/>
              <a:t>NNLS</a:t>
            </a:r>
            <a:endParaRPr lang="en-IN" dirty="0"/>
          </a:p>
        </p:txBody>
      </p:sp>
      <p:sp>
        <p:nvSpPr>
          <p:cNvPr id="15" name="Rectangle 1"/>
          <p:cNvSpPr>
            <a:spLocks noChangeArrowheads="1"/>
          </p:cNvSpPr>
          <p:nvPr/>
        </p:nvSpPr>
        <p:spPr bwMode="auto">
          <a:xfrm>
            <a:off x="3723063" y="6010124"/>
            <a:ext cx="473005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14.</a:t>
            </a:r>
            <a:r>
              <a:rPr kumimoji="0" lang="en-US" altLang="en-US" sz="1200" b="0" i="1" u="none" strike="noStrike" cap="none" normalizeH="0" baseline="0" dirty="0" smtClean="0">
                <a:ln>
                  <a:noFill/>
                </a:ln>
                <a:solidFill>
                  <a:schemeClr val="tx1"/>
                </a:solidFill>
                <a:effectLst/>
                <a:latin typeface="Arial" panose="020B0604020202020204" pitchFamily="34" charset="0"/>
              </a:rPr>
              <a:t> Impact of NNLS class </a:t>
            </a:r>
            <a:r>
              <a:rPr lang="en-US" altLang="en-US" sz="1200" i="1" dirty="0" smtClean="0">
                <a:latin typeface="Arial" panose="020B0604020202020204" pitchFamily="34" charset="0"/>
              </a:rPr>
              <a:t>balancing in model  performance</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00642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27</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1"/>
          <p:cNvSpPr>
            <a:spLocks noChangeArrowheads="1"/>
          </p:cNvSpPr>
          <p:nvPr/>
        </p:nvSpPr>
        <p:spPr bwMode="auto">
          <a:xfrm>
            <a:off x="1099127" y="6113130"/>
            <a:ext cx="1069235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15.</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Label-wise distribution of train-test samples in unbalanced (left) and </a:t>
            </a:r>
            <a:r>
              <a:rPr lang="en-US" altLang="en-US" sz="1200" i="1" dirty="0">
                <a:latin typeface="Arial" panose="020B0604020202020204" pitchFamily="34" charset="0"/>
              </a:rPr>
              <a:t>NNLS </a:t>
            </a:r>
            <a:r>
              <a:rPr kumimoji="0" lang="en-US" altLang="en-US" sz="1200" b="0" i="1" u="none" strike="noStrike" cap="none" normalizeH="0" baseline="0" dirty="0">
                <a:ln>
                  <a:noFill/>
                </a:ln>
                <a:solidFill>
                  <a:schemeClr val="tx1"/>
                </a:solidFill>
                <a:effectLst/>
                <a:latin typeface="Arial" panose="020B0604020202020204" pitchFamily="34" charset="0"/>
              </a:rPr>
              <a:t>-balanced (right) Multilabel datasets, along with class counts per label.</a:t>
            </a:r>
          </a:p>
        </p:txBody>
      </p:sp>
      <p:sp>
        <p:nvSpPr>
          <p:cNvPr id="11" name="TextBox 10">
            <a:extLst>
              <a:ext uri="{FF2B5EF4-FFF2-40B4-BE49-F238E27FC236}">
                <a16:creationId xmlns:a16="http://schemas.microsoft.com/office/drawing/2014/main" id="{9AD9C75B-166B-4B8C-91FE-7D1DAC866A58}"/>
              </a:ext>
            </a:extLst>
          </p:cNvPr>
          <p:cNvSpPr txBox="1"/>
          <p:nvPr/>
        </p:nvSpPr>
        <p:spPr>
          <a:xfrm>
            <a:off x="1418254" y="158181"/>
            <a:ext cx="9804918" cy="750962"/>
          </a:xfrm>
          <a:prstGeom prst="rect">
            <a:avLst/>
          </a:prstGeom>
          <a:noFill/>
          <a:ln>
            <a:noFill/>
          </a:ln>
        </p:spPr>
        <p:txBody>
          <a:bodyPr spcFirstLastPara="1" vert="horz" wrap="square" lIns="91425" tIns="45700" rIns="91425" bIns="45700" rtlCol="0" anchor="ctr" anchorCtr="0">
            <a:norm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pPr algn="ctr"/>
            <a:r>
              <a:rPr lang="en-US" dirty="0">
                <a:solidFill>
                  <a:schemeClr val="tx1"/>
                </a:solidFill>
                <a:latin typeface="Times New Roman" panose="02020603050405020304" pitchFamily="18" charset="0"/>
                <a:cs typeface="Times New Roman" panose="02020603050405020304" pitchFamily="18" charset="0"/>
              </a:rPr>
              <a:t>Objective 2 </a:t>
            </a:r>
            <a:r>
              <a:rPr lang="en-US" dirty="0" smtClean="0">
                <a:solidFill>
                  <a:schemeClr val="tx1"/>
                </a:solidFill>
                <a:latin typeface="Times New Roman" panose="02020603050405020304" pitchFamily="18" charset="0"/>
                <a:cs typeface="Times New Roman" panose="02020603050405020304" pitchFamily="18" charset="0"/>
              </a:rPr>
              <a:t> :Balanced vs Imbalanced class counts</a:t>
            </a:r>
            <a:endParaRPr lang="en-IN" dirty="0">
              <a:solidFill>
                <a:schemeClr val="tx1"/>
              </a:solidFill>
            </a:endParaRPr>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8736" y="1053605"/>
            <a:ext cx="5033128" cy="3064102"/>
          </a:xfrm>
          <a:prstGeom prst="rect">
            <a:avLst/>
          </a:prstGeom>
        </p:spPr>
      </p:pic>
      <p:sp>
        <p:nvSpPr>
          <p:cNvPr id="16" name="Rectangle 15"/>
          <p:cNvSpPr/>
          <p:nvPr/>
        </p:nvSpPr>
        <p:spPr>
          <a:xfrm>
            <a:off x="6445302" y="4401467"/>
            <a:ext cx="2315845" cy="830997"/>
          </a:xfrm>
          <a:prstGeom prst="rect">
            <a:avLst/>
          </a:prstGeom>
        </p:spPr>
        <p:txBody>
          <a:bodyPr wrap="square">
            <a:spAutoFit/>
          </a:bodyPr>
          <a:lstStyle/>
          <a:p>
            <a:pPr lvl="0" eaLnBrk="0" fontAlgn="base" hangingPunct="0">
              <a:spcBef>
                <a:spcPct val="0"/>
              </a:spcBef>
              <a:spcAft>
                <a:spcPct val="0"/>
              </a:spcAft>
            </a:pPr>
            <a:r>
              <a:rPr lang="en-US" altLang="en-US" sz="1600" dirty="0">
                <a:latin typeface="Arial" panose="020B0604020202020204" pitchFamily="34" charset="0"/>
              </a:rPr>
              <a:t>After balancing: </a:t>
            </a:r>
            <a:endParaRPr lang="en-US" altLang="en-US" sz="1600" dirty="0" smtClean="0">
              <a:latin typeface="Arial" panose="020B0604020202020204" pitchFamily="34" charset="0"/>
            </a:endParaRPr>
          </a:p>
          <a:p>
            <a:pPr lvl="0" eaLnBrk="0" fontAlgn="base" hangingPunct="0">
              <a:spcBef>
                <a:spcPct val="0"/>
              </a:spcBef>
              <a:spcAft>
                <a:spcPct val="0"/>
              </a:spcAft>
            </a:pPr>
            <a:r>
              <a:rPr lang="en-US" altLang="en-US" sz="1600" dirty="0" smtClean="0">
                <a:latin typeface="Arial" panose="020B0604020202020204" pitchFamily="34" charset="0"/>
              </a:rPr>
              <a:t>Imbalance </a:t>
            </a:r>
            <a:r>
              <a:rPr lang="en-US" altLang="en-US" sz="1600" dirty="0">
                <a:latin typeface="Arial" panose="020B0604020202020204" pitchFamily="34" charset="0"/>
              </a:rPr>
              <a:t>ratio ≈ </a:t>
            </a:r>
            <a:r>
              <a:rPr lang="en-US" altLang="en-US" sz="1600" b="1" dirty="0" smtClean="0">
                <a:latin typeface="Arial" panose="020B0604020202020204" pitchFamily="34" charset="0"/>
              </a:rPr>
              <a:t>1.1</a:t>
            </a:r>
          </a:p>
          <a:p>
            <a:pPr lvl="0" eaLnBrk="0" fontAlgn="base" hangingPunct="0">
              <a:spcBef>
                <a:spcPct val="0"/>
              </a:spcBef>
              <a:spcAft>
                <a:spcPct val="0"/>
              </a:spcAft>
            </a:pPr>
            <a:r>
              <a:rPr lang="en-US" altLang="en-US" sz="1600" dirty="0" smtClean="0">
                <a:latin typeface="Arial" panose="020B0604020202020204" pitchFamily="34" charset="0"/>
              </a:rPr>
              <a:t> </a:t>
            </a:r>
            <a:r>
              <a:rPr lang="en-US" altLang="en-US" sz="1600" dirty="0">
                <a:latin typeface="Arial" panose="020B0604020202020204" pitchFamily="34" charset="0"/>
              </a:rPr>
              <a:t>(Almost uniform)</a:t>
            </a:r>
          </a:p>
        </p:txBody>
      </p:sp>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093" y="958680"/>
            <a:ext cx="5049609" cy="3131440"/>
          </a:xfrm>
          <a:prstGeom prst="rect">
            <a:avLst/>
          </a:prstGeom>
        </p:spPr>
      </p:pic>
      <p:pic>
        <p:nvPicPr>
          <p:cNvPr id="10" name="Picture 9"/>
          <p:cNvPicPr>
            <a:picLocks noChangeAspect="1"/>
          </p:cNvPicPr>
          <p:nvPr/>
        </p:nvPicPr>
        <p:blipFill>
          <a:blip r:embed="rId5"/>
          <a:stretch>
            <a:fillRect/>
          </a:stretch>
        </p:blipFill>
        <p:spPr>
          <a:xfrm>
            <a:off x="931077" y="4208549"/>
            <a:ext cx="2370025" cy="1455546"/>
          </a:xfrm>
          <a:prstGeom prst="rect">
            <a:avLst/>
          </a:prstGeom>
        </p:spPr>
      </p:pic>
      <p:pic>
        <p:nvPicPr>
          <p:cNvPr id="12" name="Picture 11"/>
          <p:cNvPicPr>
            <a:picLocks noChangeAspect="1"/>
          </p:cNvPicPr>
          <p:nvPr/>
        </p:nvPicPr>
        <p:blipFill>
          <a:blip r:embed="rId6"/>
          <a:stretch>
            <a:fillRect/>
          </a:stretch>
        </p:blipFill>
        <p:spPr>
          <a:xfrm>
            <a:off x="8527329" y="4199381"/>
            <a:ext cx="2110923" cy="1554615"/>
          </a:xfrm>
          <a:prstGeom prst="rect">
            <a:avLst/>
          </a:prstGeom>
        </p:spPr>
      </p:pic>
      <p:sp>
        <p:nvSpPr>
          <p:cNvPr id="21" name="Rectangle 20"/>
          <p:cNvSpPr/>
          <p:nvPr/>
        </p:nvSpPr>
        <p:spPr>
          <a:xfrm>
            <a:off x="3350860" y="4393918"/>
            <a:ext cx="2415404" cy="830997"/>
          </a:xfrm>
          <a:prstGeom prst="rect">
            <a:avLst/>
          </a:prstGeom>
        </p:spPr>
        <p:txBody>
          <a:bodyPr wrap="square">
            <a:spAutoFit/>
          </a:bodyPr>
          <a:lstStyle/>
          <a:p>
            <a:pPr lvl="0" eaLnBrk="0" fontAlgn="base" hangingPunct="0">
              <a:spcBef>
                <a:spcPct val="0"/>
              </a:spcBef>
              <a:spcAft>
                <a:spcPct val="0"/>
              </a:spcAft>
            </a:pPr>
            <a:r>
              <a:rPr lang="en-US" altLang="en-US" sz="1600" dirty="0" smtClean="0">
                <a:latin typeface="Arial" panose="020B0604020202020204" pitchFamily="34" charset="0"/>
              </a:rPr>
              <a:t>Before </a:t>
            </a:r>
            <a:r>
              <a:rPr lang="en-US" altLang="en-US" sz="1600" dirty="0">
                <a:latin typeface="Arial" panose="020B0604020202020204" pitchFamily="34" charset="0"/>
              </a:rPr>
              <a:t>balancing</a:t>
            </a:r>
            <a:r>
              <a:rPr lang="en-US" altLang="en-US" sz="1600" dirty="0" smtClean="0">
                <a:latin typeface="Arial" panose="020B0604020202020204" pitchFamily="34" charset="0"/>
              </a:rPr>
              <a:t>:</a:t>
            </a:r>
          </a:p>
          <a:p>
            <a:pPr lvl="0" eaLnBrk="0" fontAlgn="base" hangingPunct="0">
              <a:spcBef>
                <a:spcPct val="0"/>
              </a:spcBef>
              <a:spcAft>
                <a:spcPct val="0"/>
              </a:spcAft>
            </a:pPr>
            <a:r>
              <a:rPr lang="en-US" altLang="en-US" sz="1600" dirty="0" smtClean="0">
                <a:latin typeface="Arial" panose="020B0604020202020204" pitchFamily="34" charset="0"/>
              </a:rPr>
              <a:t>Imbalance </a:t>
            </a:r>
            <a:r>
              <a:rPr lang="en-US" altLang="en-US" sz="1600" dirty="0">
                <a:latin typeface="Arial" panose="020B0604020202020204" pitchFamily="34" charset="0"/>
              </a:rPr>
              <a:t>ratio ≈ </a:t>
            </a:r>
            <a:r>
              <a:rPr lang="en-US" altLang="en-US" sz="1600" dirty="0" smtClean="0">
                <a:latin typeface="Arial" panose="020B0604020202020204" pitchFamily="34" charset="0"/>
              </a:rPr>
              <a:t>8</a:t>
            </a:r>
            <a:r>
              <a:rPr lang="en-US" altLang="en-US" sz="1600" b="1" dirty="0" smtClean="0">
                <a:latin typeface="Arial" panose="020B0604020202020204" pitchFamily="34" charset="0"/>
              </a:rPr>
              <a:t>.5</a:t>
            </a:r>
          </a:p>
          <a:p>
            <a:pPr lvl="0" eaLnBrk="0" fontAlgn="base" hangingPunct="0">
              <a:spcBef>
                <a:spcPct val="0"/>
              </a:spcBef>
              <a:spcAft>
                <a:spcPct val="0"/>
              </a:spcAft>
            </a:pPr>
            <a:r>
              <a:rPr lang="en-US" altLang="en-US" sz="1600" dirty="0" smtClean="0">
                <a:latin typeface="Arial" panose="020B0604020202020204" pitchFamily="34" charset="0"/>
              </a:rPr>
              <a:t>(High Class Imbalance)</a:t>
            </a:r>
            <a:endParaRPr lang="en-US" altLang="en-US" sz="1600" dirty="0">
              <a:latin typeface="Arial" panose="020B0604020202020204" pitchFamily="34" charset="0"/>
            </a:endParaRPr>
          </a:p>
        </p:txBody>
      </p:sp>
    </p:spTree>
    <p:extLst>
      <p:ext uri="{BB962C8B-B14F-4D97-AF65-F5344CB8AC3E}">
        <p14:creationId xmlns:p14="http://schemas.microsoft.com/office/powerpoint/2010/main" val="4888002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28</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4661" y="954266"/>
            <a:ext cx="6740760" cy="5392608"/>
          </a:xfrm>
          <a:prstGeom prst="rect">
            <a:avLst/>
          </a:prstGeom>
        </p:spPr>
      </p:pic>
      <p:sp>
        <p:nvSpPr>
          <p:cNvPr id="2" name="Rectangle 1"/>
          <p:cNvSpPr>
            <a:spLocks noChangeArrowheads="1"/>
          </p:cNvSpPr>
          <p:nvPr/>
        </p:nvSpPr>
        <p:spPr bwMode="auto">
          <a:xfrm>
            <a:off x="2502663" y="6261913"/>
            <a:ext cx="83487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16.</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Correlation matrix depicting co-occurrence relationships among </a:t>
            </a:r>
            <a:r>
              <a:rPr kumimoji="0" lang="en-US" altLang="en-US" sz="1200" b="0" i="1" u="none" strike="noStrike" cap="none" normalizeH="0" baseline="0" dirty="0" err="1">
                <a:ln>
                  <a:noFill/>
                </a:ln>
                <a:solidFill>
                  <a:schemeClr val="tx1"/>
                </a:solidFill>
                <a:effectLst/>
                <a:latin typeface="Arial" panose="020B0604020202020204" pitchFamily="34" charset="0"/>
              </a:rPr>
              <a:t>Multilabel</a:t>
            </a:r>
            <a:r>
              <a:rPr kumimoji="0" lang="en-US" altLang="en-US" sz="1200" b="0" i="1" u="none" strike="noStrike" cap="none" normalizeH="0" baseline="0" dirty="0">
                <a:ln>
                  <a:noFill/>
                </a:ln>
                <a:solidFill>
                  <a:schemeClr val="tx1"/>
                </a:solidFill>
                <a:effectLst/>
                <a:latin typeface="Arial" panose="020B0604020202020204" pitchFamily="34" charset="0"/>
              </a:rPr>
              <a:t> defect categories in the dataset [20].</a:t>
            </a:r>
          </a:p>
        </p:txBody>
      </p:sp>
      <p:sp>
        <p:nvSpPr>
          <p:cNvPr id="9" name="TextBox 8">
            <a:extLst>
              <a:ext uri="{FF2B5EF4-FFF2-40B4-BE49-F238E27FC236}">
                <a16:creationId xmlns:a16="http://schemas.microsoft.com/office/drawing/2014/main" id="{9AD9C75B-166B-4B8C-91FE-7D1DAC866A58}"/>
              </a:ext>
            </a:extLst>
          </p:cNvPr>
          <p:cNvSpPr txBox="1"/>
          <p:nvPr/>
        </p:nvSpPr>
        <p:spPr>
          <a:xfrm>
            <a:off x="1046505" y="203304"/>
            <a:ext cx="9804918" cy="750962"/>
          </a:xfrm>
          <a:prstGeom prst="rect">
            <a:avLst/>
          </a:prstGeom>
          <a:noFill/>
          <a:ln>
            <a:noFill/>
          </a:ln>
        </p:spPr>
        <p:txBody>
          <a:bodyPr spcFirstLastPara="1" vert="horz" wrap="square" lIns="91425" tIns="45700" rIns="91425" bIns="45700" rtlCol="0" anchor="ctr" anchorCtr="0">
            <a:norm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pPr algn="ctr"/>
            <a:r>
              <a:rPr lang="en-US" dirty="0">
                <a:solidFill>
                  <a:schemeClr val="tx1"/>
                </a:solidFill>
                <a:latin typeface="Times New Roman" panose="02020603050405020304" pitchFamily="18" charset="0"/>
                <a:cs typeface="Times New Roman" panose="02020603050405020304" pitchFamily="18" charset="0"/>
              </a:rPr>
              <a:t>Objective 2 </a:t>
            </a:r>
            <a:r>
              <a:rPr lang="en-US" dirty="0" smtClean="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Correlation across </a:t>
            </a:r>
            <a:r>
              <a:rPr lang="en-US" altLang="en-US" dirty="0" smtClean="0">
                <a:solidFill>
                  <a:schemeClr val="tx1"/>
                </a:solidFill>
                <a:latin typeface="Times New Roman" panose="02020603050405020304" pitchFamily="18" charset="0"/>
                <a:cs typeface="Times New Roman" panose="02020603050405020304" pitchFamily="18" charset="0"/>
              </a:rPr>
              <a:t>Multiple </a:t>
            </a:r>
            <a:r>
              <a:rPr lang="en-US" altLang="en-US" dirty="0" err="1" smtClean="0">
                <a:solidFill>
                  <a:schemeClr val="tx1"/>
                </a:solidFill>
                <a:latin typeface="Times New Roman" panose="02020603050405020304" pitchFamily="18" charset="0"/>
                <a:cs typeface="Times New Roman" panose="02020603050405020304" pitchFamily="18" charset="0"/>
              </a:rPr>
              <a:t>lables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705308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29</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1"/>
          <p:cNvSpPr>
            <a:spLocks noChangeArrowheads="1"/>
          </p:cNvSpPr>
          <p:nvPr/>
        </p:nvSpPr>
        <p:spPr bwMode="auto">
          <a:xfrm>
            <a:off x="502774" y="5831939"/>
            <a:ext cx="116892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Tab. </a:t>
            </a:r>
            <a:r>
              <a:rPr kumimoji="0" lang="en-US" altLang="en-US" sz="1200" b="1" i="1" u="none" strike="noStrike" cap="none" normalizeH="0" baseline="0" dirty="0" smtClean="0">
                <a:ln>
                  <a:noFill/>
                </a:ln>
                <a:solidFill>
                  <a:schemeClr val="tx1"/>
                </a:solidFill>
                <a:effectLst/>
                <a:latin typeface="Arial" panose="020B0604020202020204" pitchFamily="34" charset="0"/>
              </a:rPr>
              <a:t>5. </a:t>
            </a:r>
            <a:r>
              <a:rPr kumimoji="0" lang="en-US" altLang="en-US" sz="1200" b="0" i="1" u="none" strike="noStrike" cap="none" normalizeH="0" baseline="0" dirty="0">
                <a:ln>
                  <a:noFill/>
                </a:ln>
                <a:solidFill>
                  <a:schemeClr val="tx1"/>
                </a:solidFill>
                <a:effectLst/>
                <a:latin typeface="Arial" panose="020B0604020202020204" pitchFamily="34" charset="0"/>
              </a:rPr>
              <a:t>CNN outperforms other models with the best F1-Score and lowest Hamming Loss in both balanced and unbalanced </a:t>
            </a:r>
            <a:r>
              <a:rPr kumimoji="0" lang="en-US" altLang="en-US" sz="1200" b="1" i="1" u="none" strike="noStrike" cap="none" normalizeH="0" baseline="0" dirty="0" err="1">
                <a:ln>
                  <a:noFill/>
                </a:ln>
                <a:solidFill>
                  <a:schemeClr val="tx1"/>
                </a:solidFill>
                <a:effectLst/>
                <a:latin typeface="Arial" panose="020B0604020202020204" pitchFamily="34" charset="0"/>
              </a:rPr>
              <a:t>Multilabel</a:t>
            </a:r>
            <a:r>
              <a:rPr kumimoji="0" lang="en-US" altLang="en-US" sz="1200" b="0" i="1" u="none" strike="noStrike" cap="none" normalizeH="0" baseline="0" dirty="0">
                <a:ln>
                  <a:noFill/>
                </a:ln>
                <a:solidFill>
                  <a:schemeClr val="tx1"/>
                </a:solidFill>
                <a:effectLst/>
                <a:latin typeface="Arial" panose="020B0604020202020204" pitchFamily="34" charset="0"/>
              </a:rPr>
              <a:t> datasets without feature selection.</a:t>
            </a:r>
          </a:p>
        </p:txBody>
      </p:sp>
      <p:sp>
        <p:nvSpPr>
          <p:cNvPr id="9" name="TextBox 8">
            <a:extLst>
              <a:ext uri="{FF2B5EF4-FFF2-40B4-BE49-F238E27FC236}">
                <a16:creationId xmlns:a16="http://schemas.microsoft.com/office/drawing/2014/main" id="{9AD9C75B-166B-4B8C-91FE-7D1DAC866A58}"/>
              </a:ext>
            </a:extLst>
          </p:cNvPr>
          <p:cNvSpPr txBox="1"/>
          <p:nvPr/>
        </p:nvSpPr>
        <p:spPr>
          <a:xfrm>
            <a:off x="838200" y="165758"/>
            <a:ext cx="10145247" cy="750962"/>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2 </a:t>
            </a:r>
            <a:r>
              <a:rPr lang="en-US" dirty="0" smtClean="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Impact of Class Balancing in </a:t>
            </a:r>
            <a:r>
              <a:rPr lang="en-US" dirty="0" err="1" smtClean="0">
                <a:solidFill>
                  <a:schemeClr val="tx1"/>
                </a:solidFill>
                <a:latin typeface="Times New Roman" panose="02020603050405020304" pitchFamily="18" charset="0"/>
                <a:cs typeface="Times New Roman" panose="02020603050405020304" pitchFamily="18" charset="0"/>
              </a:rPr>
              <a:t>Multilabel</a:t>
            </a:r>
            <a:r>
              <a:rPr lang="en-US" dirty="0" smtClean="0">
                <a:solidFill>
                  <a:schemeClr val="tx1"/>
                </a:solidFill>
                <a:latin typeface="Times New Roman" panose="02020603050405020304" pitchFamily="18" charset="0"/>
                <a:cs typeface="Times New Roman" panose="02020603050405020304" pitchFamily="18" charset="0"/>
              </a:rPr>
              <a:t> Prediction</a:t>
            </a:r>
            <a:endParaRPr lang="en-IN" dirty="0">
              <a:solidFill>
                <a:schemeClr val="tx1"/>
              </a:solidFill>
            </a:endParaRPr>
          </a:p>
        </p:txBody>
      </p:sp>
      <p:pic>
        <p:nvPicPr>
          <p:cNvPr id="7" name="Picture 6"/>
          <p:cNvPicPr>
            <a:picLocks noChangeAspect="1"/>
          </p:cNvPicPr>
          <p:nvPr/>
        </p:nvPicPr>
        <p:blipFill>
          <a:blip r:embed="rId3"/>
          <a:stretch>
            <a:fillRect/>
          </a:stretch>
        </p:blipFill>
        <p:spPr>
          <a:xfrm>
            <a:off x="1247281" y="1397348"/>
            <a:ext cx="3418684" cy="1353472"/>
          </a:xfrm>
          <a:prstGeom prst="rect">
            <a:avLst/>
          </a:prstGeom>
        </p:spPr>
      </p:pic>
      <p:pic>
        <p:nvPicPr>
          <p:cNvPr id="14" name="Picture 13"/>
          <p:cNvPicPr>
            <a:picLocks noChangeAspect="1"/>
          </p:cNvPicPr>
          <p:nvPr/>
        </p:nvPicPr>
        <p:blipFill>
          <a:blip r:embed="rId4"/>
          <a:stretch>
            <a:fillRect/>
          </a:stretch>
        </p:blipFill>
        <p:spPr>
          <a:xfrm>
            <a:off x="5059680" y="1311650"/>
            <a:ext cx="4740051" cy="3566469"/>
          </a:xfrm>
          <a:prstGeom prst="rect">
            <a:avLst/>
          </a:prstGeom>
        </p:spPr>
      </p:pic>
      <p:pic>
        <p:nvPicPr>
          <p:cNvPr id="15" name="Picture 14"/>
          <p:cNvPicPr>
            <a:picLocks noChangeAspect="1"/>
          </p:cNvPicPr>
          <p:nvPr/>
        </p:nvPicPr>
        <p:blipFill>
          <a:blip r:embed="rId5"/>
          <a:stretch>
            <a:fillRect/>
          </a:stretch>
        </p:blipFill>
        <p:spPr>
          <a:xfrm>
            <a:off x="1156797" y="2921254"/>
            <a:ext cx="3549816" cy="864100"/>
          </a:xfrm>
          <a:prstGeom prst="rect">
            <a:avLst/>
          </a:prstGeom>
        </p:spPr>
      </p:pic>
    </p:spTree>
    <p:extLst>
      <p:ext uri="{BB962C8B-B14F-4D97-AF65-F5344CB8AC3E}">
        <p14:creationId xmlns:p14="http://schemas.microsoft.com/office/powerpoint/2010/main" val="44073221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30</a:t>
            </a:fld>
            <a:endParaRPr lang="en-US" dirty="0"/>
          </a:p>
        </p:txBody>
      </p:sp>
      <p:sp>
        <p:nvSpPr>
          <p:cNvPr id="276" name="Google Shape;276;p18"/>
          <p:cNvSpPr/>
          <p:nvPr/>
        </p:nvSpPr>
        <p:spPr>
          <a:xfrm>
            <a:off x="5719025" y="44160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179248" y="3943082"/>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1"/>
          <p:cNvSpPr>
            <a:spLocks noChangeArrowheads="1"/>
          </p:cNvSpPr>
          <p:nvPr/>
        </p:nvSpPr>
        <p:spPr bwMode="auto">
          <a:xfrm>
            <a:off x="1751297" y="6068480"/>
            <a:ext cx="988604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17. </a:t>
            </a:r>
            <a:r>
              <a:rPr kumimoji="0" lang="en-US" altLang="en-US" sz="1200" b="0" i="1" u="none" strike="noStrike" cap="none" normalizeH="0" baseline="0" dirty="0">
                <a:ln>
                  <a:noFill/>
                </a:ln>
                <a:solidFill>
                  <a:schemeClr val="tx1"/>
                </a:solidFill>
                <a:effectLst/>
                <a:latin typeface="Arial" panose="020B0604020202020204" pitchFamily="34" charset="0"/>
              </a:rPr>
              <a:t>CNN outperforms –Hamming </a:t>
            </a:r>
            <a:r>
              <a:rPr kumimoji="0" lang="en-US" altLang="en-US" sz="1200" b="0" i="1" u="none" strike="noStrike" cap="none" normalizeH="0" baseline="0" dirty="0" smtClean="0">
                <a:ln>
                  <a:noFill/>
                </a:ln>
                <a:solidFill>
                  <a:schemeClr val="tx1"/>
                </a:solidFill>
                <a:effectLst/>
                <a:latin typeface="Arial" panose="020B0604020202020204" pitchFamily="34" charset="0"/>
              </a:rPr>
              <a:t>Loss </a:t>
            </a:r>
            <a:r>
              <a:rPr kumimoji="0" lang="en-US" altLang="en-US" sz="1200" b="0" i="1" u="none" strike="noStrike" cap="none" normalizeH="0" baseline="0" dirty="0">
                <a:ln>
                  <a:noFill/>
                </a:ln>
                <a:solidFill>
                  <a:schemeClr val="tx1"/>
                </a:solidFill>
                <a:effectLst/>
                <a:latin typeface="Arial" panose="020B0604020202020204" pitchFamily="34" charset="0"/>
              </a:rPr>
              <a:t>in both balanced and unbalanced </a:t>
            </a:r>
            <a:r>
              <a:rPr kumimoji="0" lang="en-US" altLang="en-US" sz="1200" b="1" i="1" u="none" strike="noStrike" cap="none" normalizeH="0" baseline="0" dirty="0" err="1">
                <a:ln>
                  <a:noFill/>
                </a:ln>
                <a:solidFill>
                  <a:schemeClr val="tx1"/>
                </a:solidFill>
                <a:effectLst/>
                <a:latin typeface="Arial" panose="020B0604020202020204" pitchFamily="34" charset="0"/>
              </a:rPr>
              <a:t>Multilabel</a:t>
            </a:r>
            <a:r>
              <a:rPr kumimoji="0" lang="en-US" altLang="en-US" sz="1200" b="0" i="1" u="none" strike="noStrike" cap="none" normalizeH="0" baseline="0" dirty="0">
                <a:ln>
                  <a:noFill/>
                </a:ln>
                <a:solidFill>
                  <a:schemeClr val="tx1"/>
                </a:solidFill>
                <a:effectLst/>
                <a:latin typeface="Arial" panose="020B0604020202020204" pitchFamily="34" charset="0"/>
              </a:rPr>
              <a:t> datasets without 10 fold and 5 –fold cross validation</a:t>
            </a:r>
          </a:p>
        </p:txBody>
      </p:sp>
      <p:sp>
        <p:nvSpPr>
          <p:cNvPr id="16" name="TextBox 15">
            <a:extLst>
              <a:ext uri="{FF2B5EF4-FFF2-40B4-BE49-F238E27FC236}">
                <a16:creationId xmlns:a16="http://schemas.microsoft.com/office/drawing/2014/main" id="{9AD9C75B-166B-4B8C-91FE-7D1DAC866A58}"/>
              </a:ext>
            </a:extLst>
          </p:cNvPr>
          <p:cNvSpPr txBox="1"/>
          <p:nvPr/>
        </p:nvSpPr>
        <p:spPr>
          <a:xfrm>
            <a:off x="1418254" y="193829"/>
            <a:ext cx="9804918" cy="750962"/>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2 </a:t>
            </a:r>
            <a:r>
              <a:rPr lang="en-US" dirty="0" smtClean="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Hamming Loss for 5 Fold vs 10 Fold for both Unbalanced and Balanced settings ( All Features)</a:t>
            </a:r>
            <a:endParaRPr lang="en-IN" dirty="0">
              <a:solidFill>
                <a:schemeClr val="tx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5493" y="1264419"/>
            <a:ext cx="6003622" cy="4793190"/>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9115" y="1670743"/>
            <a:ext cx="3566167" cy="818390"/>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9115" y="3616084"/>
            <a:ext cx="3566167" cy="818390"/>
          </a:xfrm>
          <a:prstGeom prst="rect">
            <a:avLst/>
          </a:prstGeom>
        </p:spPr>
      </p:pic>
      <p:sp>
        <p:nvSpPr>
          <p:cNvPr id="7" name="Rectangle 6"/>
          <p:cNvSpPr/>
          <p:nvPr/>
        </p:nvSpPr>
        <p:spPr>
          <a:xfrm>
            <a:off x="7556442" y="1907656"/>
            <a:ext cx="299258" cy="149744"/>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7541649" y="4645881"/>
            <a:ext cx="299258" cy="149744"/>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8972755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31</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179248" y="3943082"/>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1"/>
          <p:cNvSpPr>
            <a:spLocks noChangeArrowheads="1"/>
          </p:cNvSpPr>
          <p:nvPr/>
        </p:nvSpPr>
        <p:spPr bwMode="auto">
          <a:xfrm>
            <a:off x="1792728" y="5899478"/>
            <a:ext cx="928241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18. </a:t>
            </a:r>
            <a:r>
              <a:rPr kumimoji="0" lang="en-US" altLang="en-US" sz="1200" b="0" i="1" u="none" strike="noStrike" cap="none" normalizeH="0" baseline="0" dirty="0">
                <a:ln>
                  <a:noFill/>
                </a:ln>
                <a:solidFill>
                  <a:schemeClr val="tx1"/>
                </a:solidFill>
                <a:effectLst/>
                <a:latin typeface="Arial" panose="020B0604020202020204" pitchFamily="34" charset="0"/>
              </a:rPr>
              <a:t>CNN outperforms –Recall in both balanced and unbalanced </a:t>
            </a:r>
            <a:r>
              <a:rPr kumimoji="0" lang="en-US" altLang="en-US" sz="1200" b="1" i="1" u="none" strike="noStrike" cap="none" normalizeH="0" baseline="0" dirty="0" err="1">
                <a:ln>
                  <a:noFill/>
                </a:ln>
                <a:solidFill>
                  <a:schemeClr val="tx1"/>
                </a:solidFill>
                <a:effectLst/>
                <a:latin typeface="Arial" panose="020B0604020202020204" pitchFamily="34" charset="0"/>
              </a:rPr>
              <a:t>Multilabel</a:t>
            </a:r>
            <a:r>
              <a:rPr kumimoji="0" lang="en-US" altLang="en-US" sz="1200" b="0" i="1" u="none" strike="noStrike" cap="none" normalizeH="0" baseline="0" dirty="0">
                <a:ln>
                  <a:noFill/>
                </a:ln>
                <a:solidFill>
                  <a:schemeClr val="tx1"/>
                </a:solidFill>
                <a:effectLst/>
                <a:latin typeface="Arial" panose="020B0604020202020204" pitchFamily="34" charset="0"/>
              </a:rPr>
              <a:t> datasets without 10 fold and 5 –fold cross validation</a:t>
            </a:r>
          </a:p>
        </p:txBody>
      </p:sp>
      <p:sp>
        <p:nvSpPr>
          <p:cNvPr id="16" name="TextBox 15">
            <a:extLst>
              <a:ext uri="{FF2B5EF4-FFF2-40B4-BE49-F238E27FC236}">
                <a16:creationId xmlns:a16="http://schemas.microsoft.com/office/drawing/2014/main" id="{9AD9C75B-166B-4B8C-91FE-7D1DAC866A58}"/>
              </a:ext>
            </a:extLst>
          </p:cNvPr>
          <p:cNvSpPr txBox="1"/>
          <p:nvPr/>
        </p:nvSpPr>
        <p:spPr>
          <a:xfrm>
            <a:off x="1361440" y="213361"/>
            <a:ext cx="9861732" cy="731430"/>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a:t>
            </a:r>
            <a:r>
              <a:rPr lang="en-US" dirty="0" smtClean="0">
                <a:solidFill>
                  <a:schemeClr val="tx1"/>
                </a:solidFill>
                <a:latin typeface="Times New Roman" panose="02020603050405020304" pitchFamily="18" charset="0"/>
                <a:cs typeface="Times New Roman" panose="02020603050405020304" pitchFamily="18" charset="0"/>
              </a:rPr>
              <a:t>2 :Recall </a:t>
            </a:r>
            <a:r>
              <a:rPr lang="en-US" dirty="0">
                <a:solidFill>
                  <a:schemeClr val="tx1"/>
                </a:solidFill>
                <a:latin typeface="Times New Roman" panose="02020603050405020304" pitchFamily="18" charset="0"/>
                <a:cs typeface="Times New Roman" panose="02020603050405020304" pitchFamily="18" charset="0"/>
              </a:rPr>
              <a:t>for 5 Fold vs 10 Fold for both Unbalanced and Balanced settings ( All Features</a:t>
            </a:r>
            <a:r>
              <a:rPr lang="en-US" dirty="0" smtClean="0">
                <a:solidFill>
                  <a:schemeClr val="tx1"/>
                </a:solidFill>
                <a:latin typeface="Times New Roman" panose="02020603050405020304" pitchFamily="18" charset="0"/>
                <a:cs typeface="Times New Roman" panose="02020603050405020304" pitchFamily="18" charset="0"/>
              </a:rPr>
              <a:t>)</a:t>
            </a:r>
            <a:endParaRPr lang="en-IN" dirty="0">
              <a:solidFill>
                <a:schemeClr val="tx1"/>
              </a:solidFill>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3434" y="944791"/>
            <a:ext cx="6275655" cy="5010377"/>
          </a:xfrm>
          <a:prstGeom prst="rect">
            <a:avLst/>
          </a:prstGeom>
        </p:spPr>
      </p:pic>
      <p:pic>
        <p:nvPicPr>
          <p:cNvPr id="19" name="Pictur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69640" y="1829886"/>
            <a:ext cx="3566167" cy="818390"/>
          </a:xfrm>
          <a:prstGeom prst="rect">
            <a:avLst/>
          </a:prstGeom>
        </p:spPr>
      </p:pic>
      <p:pic>
        <p:nvPicPr>
          <p:cNvPr id="20" name="Picture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10600" y="3732010"/>
            <a:ext cx="3566167" cy="818390"/>
          </a:xfrm>
          <a:prstGeom prst="rect">
            <a:avLst/>
          </a:prstGeom>
        </p:spPr>
      </p:pic>
      <p:sp>
        <p:nvSpPr>
          <p:cNvPr id="2" name="Rectangle 1"/>
          <p:cNvSpPr/>
          <p:nvPr/>
        </p:nvSpPr>
        <p:spPr>
          <a:xfrm>
            <a:off x="7780713" y="1113906"/>
            <a:ext cx="315883" cy="13300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8188036" y="3250277"/>
            <a:ext cx="324197" cy="116378"/>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614583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32</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179248" y="3943082"/>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1"/>
          <p:cNvSpPr>
            <a:spLocks noChangeArrowheads="1"/>
          </p:cNvSpPr>
          <p:nvPr/>
        </p:nvSpPr>
        <p:spPr bwMode="auto">
          <a:xfrm>
            <a:off x="1679506" y="6082841"/>
            <a:ext cx="936827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a:t>
            </a:r>
            <a:r>
              <a:rPr kumimoji="0" lang="en-US" altLang="en-US" sz="1200" b="1" i="1" u="none" strike="noStrike" cap="none" normalizeH="0" dirty="0">
                <a:ln>
                  <a:noFill/>
                </a:ln>
                <a:solidFill>
                  <a:schemeClr val="tx1"/>
                </a:solidFill>
                <a:effectLst/>
                <a:latin typeface="Arial" panose="020B0604020202020204" pitchFamily="34" charset="0"/>
              </a:rPr>
              <a:t> </a:t>
            </a:r>
            <a:r>
              <a:rPr kumimoji="0" lang="en-US" altLang="en-US" sz="1200" b="1" i="1" u="none" strike="noStrike" cap="none" normalizeH="0" dirty="0" smtClean="0">
                <a:ln>
                  <a:noFill/>
                </a:ln>
                <a:solidFill>
                  <a:schemeClr val="tx1"/>
                </a:solidFill>
                <a:effectLst/>
                <a:latin typeface="Arial" panose="020B0604020202020204" pitchFamily="34" charset="0"/>
              </a:rPr>
              <a:t>19. </a:t>
            </a:r>
            <a:r>
              <a:rPr kumimoji="0" lang="en-US" altLang="en-US" sz="1200" b="1"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CNN outperforms –F1-Score in both balanced and unbalanced </a:t>
            </a:r>
            <a:r>
              <a:rPr kumimoji="0" lang="en-US" altLang="en-US" sz="1200" b="1" i="1" u="none" strike="noStrike" cap="none" normalizeH="0" baseline="0" dirty="0" err="1">
                <a:ln>
                  <a:noFill/>
                </a:ln>
                <a:solidFill>
                  <a:schemeClr val="tx1"/>
                </a:solidFill>
                <a:effectLst/>
                <a:latin typeface="Arial" panose="020B0604020202020204" pitchFamily="34" charset="0"/>
              </a:rPr>
              <a:t>Multilabel</a:t>
            </a:r>
            <a:r>
              <a:rPr kumimoji="0" lang="en-US" altLang="en-US" sz="1200" b="0" i="1" u="none" strike="noStrike" cap="none" normalizeH="0" baseline="0" dirty="0">
                <a:ln>
                  <a:noFill/>
                </a:ln>
                <a:solidFill>
                  <a:schemeClr val="tx1"/>
                </a:solidFill>
                <a:effectLst/>
                <a:latin typeface="Arial" panose="020B0604020202020204" pitchFamily="34" charset="0"/>
              </a:rPr>
              <a:t> datasets without 10 fold and 5 –fold cross validation</a:t>
            </a:r>
          </a:p>
        </p:txBody>
      </p:sp>
      <p:sp>
        <p:nvSpPr>
          <p:cNvPr id="16" name="TextBox 15">
            <a:extLst>
              <a:ext uri="{FF2B5EF4-FFF2-40B4-BE49-F238E27FC236}">
                <a16:creationId xmlns:a16="http://schemas.microsoft.com/office/drawing/2014/main" id="{9AD9C75B-166B-4B8C-91FE-7D1DAC866A58}"/>
              </a:ext>
            </a:extLst>
          </p:cNvPr>
          <p:cNvSpPr txBox="1"/>
          <p:nvPr/>
        </p:nvSpPr>
        <p:spPr>
          <a:xfrm>
            <a:off x="1418254" y="193829"/>
            <a:ext cx="9804918" cy="750962"/>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2 </a:t>
            </a:r>
            <a:r>
              <a:rPr lang="en-US" dirty="0" smtClean="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F1-Score </a:t>
            </a:r>
            <a:r>
              <a:rPr lang="en-US" dirty="0">
                <a:solidFill>
                  <a:schemeClr val="tx1"/>
                </a:solidFill>
                <a:latin typeface="Times New Roman" panose="02020603050405020304" pitchFamily="18" charset="0"/>
                <a:cs typeface="Times New Roman" panose="02020603050405020304" pitchFamily="18" charset="0"/>
              </a:rPr>
              <a:t>for 5 Fold vs 10 Fold for both Unbalanced and Balanced settings ( All Features</a:t>
            </a:r>
            <a:r>
              <a:rPr lang="en-US" dirty="0" smtClean="0">
                <a:solidFill>
                  <a:schemeClr val="tx1"/>
                </a:solidFill>
                <a:latin typeface="Times New Roman" panose="02020603050405020304" pitchFamily="18" charset="0"/>
                <a:cs typeface="Times New Roman" panose="02020603050405020304" pitchFamily="18" charset="0"/>
              </a:rPr>
              <a:t>)</a:t>
            </a:r>
            <a:endParaRPr lang="en-IN" dirty="0">
              <a:solidFill>
                <a:schemeClr val="tx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1021128"/>
            <a:ext cx="6244341" cy="4985376"/>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9115" y="1670743"/>
            <a:ext cx="3566167" cy="81839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9116" y="3778205"/>
            <a:ext cx="3566167" cy="818390"/>
          </a:xfrm>
          <a:prstGeom prst="rect">
            <a:avLst/>
          </a:prstGeom>
        </p:spPr>
      </p:pic>
      <p:sp>
        <p:nvSpPr>
          <p:cNvPr id="9" name="Rectangle 8"/>
          <p:cNvSpPr/>
          <p:nvPr/>
        </p:nvSpPr>
        <p:spPr>
          <a:xfrm>
            <a:off x="7365076" y="1205346"/>
            <a:ext cx="357448" cy="124691"/>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7365076" y="3308465"/>
            <a:ext cx="357448" cy="124691"/>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7790514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33</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p:cNvPicPr>
            <a:picLocks noChangeAspect="1"/>
          </p:cNvPicPr>
          <p:nvPr/>
        </p:nvPicPr>
        <p:blipFill>
          <a:blip r:embed="rId3"/>
          <a:stretch>
            <a:fillRect/>
          </a:stretch>
        </p:blipFill>
        <p:spPr>
          <a:xfrm>
            <a:off x="2395537" y="1905000"/>
            <a:ext cx="7400925" cy="3048000"/>
          </a:xfrm>
          <a:prstGeom prst="rect">
            <a:avLst/>
          </a:prstGeom>
        </p:spPr>
      </p:pic>
      <p:sp>
        <p:nvSpPr>
          <p:cNvPr id="5" name="Rectangle 1"/>
          <p:cNvSpPr>
            <a:spLocks noChangeArrowheads="1"/>
          </p:cNvSpPr>
          <p:nvPr/>
        </p:nvSpPr>
        <p:spPr bwMode="auto">
          <a:xfrm>
            <a:off x="544517" y="5516175"/>
            <a:ext cx="118600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smtClean="0">
                <a:ln>
                  <a:noFill/>
                </a:ln>
                <a:solidFill>
                  <a:schemeClr val="tx1"/>
                </a:solidFill>
                <a:effectLst/>
                <a:latin typeface="Arial" panose="020B0604020202020204" pitchFamily="34" charset="0"/>
              </a:rPr>
              <a:t>Tab.6.</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Performance comparison of </a:t>
            </a:r>
            <a:r>
              <a:rPr kumimoji="0" lang="en-US" altLang="en-US" sz="1200" b="0" i="1" u="none" strike="noStrike" cap="none" normalizeH="0" baseline="0" dirty="0" err="1">
                <a:ln>
                  <a:noFill/>
                </a:ln>
                <a:solidFill>
                  <a:schemeClr val="tx1"/>
                </a:solidFill>
                <a:effectLst/>
                <a:latin typeface="Arial" panose="020B0604020202020204" pitchFamily="34" charset="0"/>
              </a:rPr>
              <a:t>Multilabel</a:t>
            </a:r>
            <a:r>
              <a:rPr kumimoji="0" lang="en-US" altLang="en-US" sz="1200" b="0" i="1" u="none" strike="noStrike" cap="none" normalizeH="0" baseline="0" dirty="0">
                <a:ln>
                  <a:noFill/>
                </a:ln>
                <a:solidFill>
                  <a:schemeClr val="tx1"/>
                </a:solidFill>
                <a:effectLst/>
                <a:latin typeface="Arial" panose="020B0604020202020204" pitchFamily="34" charset="0"/>
              </a:rPr>
              <a:t> defect classification models with and without feature selection, evaluated on Recall, F1-Score, and Hamming Loss metrics.</a:t>
            </a:r>
          </a:p>
        </p:txBody>
      </p:sp>
      <p:sp>
        <p:nvSpPr>
          <p:cNvPr id="9" name="TextBox 8">
            <a:extLst>
              <a:ext uri="{FF2B5EF4-FFF2-40B4-BE49-F238E27FC236}">
                <a16:creationId xmlns:a16="http://schemas.microsoft.com/office/drawing/2014/main" id="{9AD9C75B-166B-4B8C-91FE-7D1DAC866A58}"/>
              </a:ext>
            </a:extLst>
          </p:cNvPr>
          <p:cNvSpPr txBox="1"/>
          <p:nvPr/>
        </p:nvSpPr>
        <p:spPr>
          <a:xfrm>
            <a:off x="544517" y="527489"/>
            <a:ext cx="10678655" cy="750962"/>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2 </a:t>
            </a:r>
            <a:r>
              <a:rPr lang="en-US" dirty="0" smtClean="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Impact of Feature selection (</a:t>
            </a:r>
            <a:r>
              <a:rPr lang="en-US" altLang="en-US" dirty="0" smtClean="0">
                <a:solidFill>
                  <a:schemeClr val="tx1"/>
                </a:solidFill>
                <a:latin typeface="Times New Roman" panose="02020603050405020304" pitchFamily="18" charset="0"/>
                <a:cs typeface="Times New Roman" panose="02020603050405020304" pitchFamily="18" charset="0"/>
              </a:rPr>
              <a:t>Recall</a:t>
            </a:r>
            <a:r>
              <a:rPr lang="en-US" altLang="en-US" dirty="0">
                <a:solidFill>
                  <a:schemeClr val="tx1"/>
                </a:solidFill>
                <a:latin typeface="Times New Roman" panose="02020603050405020304" pitchFamily="18" charset="0"/>
                <a:cs typeface="Times New Roman" panose="02020603050405020304" pitchFamily="18" charset="0"/>
              </a:rPr>
              <a:t>, F1-Score, and Hamming Loss </a:t>
            </a:r>
            <a:r>
              <a:rPr lang="en-US" altLang="en-US" dirty="0" smtClean="0">
                <a:solidFill>
                  <a:schemeClr val="tx1"/>
                </a:solidFill>
                <a:latin typeface="Times New Roman" panose="02020603050405020304" pitchFamily="18" charset="0"/>
                <a:cs typeface="Times New Roman" panose="02020603050405020304" pitchFamily="18" charset="0"/>
              </a:rPr>
              <a:t>) on balanced dataset</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477342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34</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2004217" y="3826451"/>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p:cNvPicPr>
            <a:picLocks noChangeAspect="1"/>
          </p:cNvPicPr>
          <p:nvPr/>
        </p:nvPicPr>
        <p:blipFill>
          <a:blip r:embed="rId3"/>
          <a:stretch>
            <a:fillRect/>
          </a:stretch>
        </p:blipFill>
        <p:spPr>
          <a:xfrm>
            <a:off x="2643187" y="1685925"/>
            <a:ext cx="6905625" cy="3486150"/>
          </a:xfrm>
          <a:prstGeom prst="rect">
            <a:avLst/>
          </a:prstGeom>
        </p:spPr>
      </p:pic>
      <p:sp>
        <p:nvSpPr>
          <p:cNvPr id="5" name="Rectangle 1"/>
          <p:cNvSpPr>
            <a:spLocks noChangeArrowheads="1"/>
          </p:cNvSpPr>
          <p:nvPr/>
        </p:nvSpPr>
        <p:spPr bwMode="auto">
          <a:xfrm>
            <a:off x="2643187" y="5523806"/>
            <a:ext cx="719234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Tab. </a:t>
            </a:r>
            <a:r>
              <a:rPr kumimoji="0" lang="en-US" altLang="en-US" sz="1200" b="1" i="1" u="none" strike="noStrike" cap="none" normalizeH="0" baseline="0" dirty="0" smtClean="0">
                <a:ln>
                  <a:noFill/>
                </a:ln>
                <a:solidFill>
                  <a:schemeClr val="tx1"/>
                </a:solidFill>
                <a:effectLst/>
                <a:latin typeface="Arial" panose="020B0604020202020204" pitchFamily="34" charset="0"/>
              </a:rPr>
              <a:t>7.</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Model performance on </a:t>
            </a:r>
            <a:r>
              <a:rPr kumimoji="0" lang="en-US" altLang="en-US" sz="1200" b="0" i="1" u="none" strike="noStrike" cap="none" normalizeH="0" baseline="0" dirty="0" err="1">
                <a:ln>
                  <a:noFill/>
                </a:ln>
                <a:solidFill>
                  <a:schemeClr val="tx1"/>
                </a:solidFill>
                <a:effectLst/>
                <a:latin typeface="Arial" panose="020B0604020202020204" pitchFamily="34" charset="0"/>
              </a:rPr>
              <a:t>multilabel</a:t>
            </a:r>
            <a:r>
              <a:rPr kumimoji="0" lang="en-US" altLang="en-US" sz="1200" b="0" i="1" u="none" strike="noStrike" cap="none" normalizeH="0" baseline="0" dirty="0">
                <a:ln>
                  <a:noFill/>
                </a:ln>
                <a:solidFill>
                  <a:schemeClr val="tx1"/>
                </a:solidFill>
                <a:effectLst/>
                <a:latin typeface="Arial" panose="020B0604020202020204" pitchFamily="34" charset="0"/>
              </a:rPr>
              <a:t> defect classification for unbalanced and balanced datasets. </a:t>
            </a:r>
          </a:p>
        </p:txBody>
      </p:sp>
      <p:sp>
        <p:nvSpPr>
          <p:cNvPr id="9" name="TextBox 8">
            <a:extLst>
              <a:ext uri="{FF2B5EF4-FFF2-40B4-BE49-F238E27FC236}">
                <a16:creationId xmlns:a16="http://schemas.microsoft.com/office/drawing/2014/main" id="{9AD9C75B-166B-4B8C-91FE-7D1DAC866A58}"/>
              </a:ext>
            </a:extLst>
          </p:cNvPr>
          <p:cNvSpPr txBox="1"/>
          <p:nvPr/>
        </p:nvSpPr>
        <p:spPr>
          <a:xfrm>
            <a:off x="670560" y="193829"/>
            <a:ext cx="10552612" cy="750962"/>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2 </a:t>
            </a:r>
            <a:r>
              <a:rPr lang="en-US" dirty="0" smtClean="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Impact of class balancing ( Best results with/without feature selection which ever is best)</a:t>
            </a:r>
            <a:endParaRPr lang="en-IN" dirty="0">
              <a:solidFill>
                <a:schemeClr val="tx1"/>
              </a:solidFill>
            </a:endParaRPr>
          </a:p>
        </p:txBody>
      </p:sp>
      <p:sp>
        <p:nvSpPr>
          <p:cNvPr id="7" name="Rectangle 6"/>
          <p:cNvSpPr/>
          <p:nvPr/>
        </p:nvSpPr>
        <p:spPr>
          <a:xfrm>
            <a:off x="2751513" y="3167149"/>
            <a:ext cx="6467302" cy="2161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2751513" y="4829695"/>
            <a:ext cx="5859087" cy="1828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932831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35</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179248" y="3943082"/>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1"/>
          <p:cNvSpPr>
            <a:spLocks noChangeArrowheads="1"/>
          </p:cNvSpPr>
          <p:nvPr/>
        </p:nvSpPr>
        <p:spPr bwMode="auto">
          <a:xfrm>
            <a:off x="2146921" y="6091729"/>
            <a:ext cx="80566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a:t>
            </a:r>
            <a:r>
              <a:rPr kumimoji="0" lang="en-US" altLang="en-US" sz="1200" b="1" i="1" u="none" strike="noStrike" cap="none" normalizeH="0" dirty="0">
                <a:ln>
                  <a:noFill/>
                </a:ln>
                <a:solidFill>
                  <a:schemeClr val="tx1"/>
                </a:solidFill>
                <a:effectLst/>
                <a:latin typeface="Arial" panose="020B0604020202020204" pitchFamily="34" charset="0"/>
              </a:rPr>
              <a:t> </a:t>
            </a:r>
            <a:r>
              <a:rPr kumimoji="0" lang="en-US" altLang="en-US" sz="1200" b="1" i="1" u="none" strike="noStrike" cap="none" normalizeH="0" dirty="0" smtClean="0">
                <a:ln>
                  <a:noFill/>
                </a:ln>
                <a:solidFill>
                  <a:schemeClr val="tx1"/>
                </a:solidFill>
                <a:effectLst/>
                <a:latin typeface="Arial" panose="020B0604020202020204" pitchFamily="34" charset="0"/>
              </a:rPr>
              <a:t>20</a:t>
            </a:r>
            <a:r>
              <a:rPr kumimoji="0" lang="en-US" altLang="en-US" sz="1200" b="1"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CNN outperforms – for both balanced and unbalanced </a:t>
            </a:r>
            <a:r>
              <a:rPr kumimoji="0" lang="en-US" altLang="en-US" sz="1200" b="1" i="1" u="none" strike="noStrike" cap="none" normalizeH="0" baseline="0" dirty="0">
                <a:ln>
                  <a:noFill/>
                </a:ln>
                <a:solidFill>
                  <a:schemeClr val="tx1"/>
                </a:solidFill>
                <a:effectLst/>
                <a:latin typeface="Arial" panose="020B0604020202020204" pitchFamily="34" charset="0"/>
              </a:rPr>
              <a:t>Multilabel</a:t>
            </a:r>
            <a:r>
              <a:rPr kumimoji="0" lang="en-US" altLang="en-US" sz="1200" b="0" i="1" u="none" strike="noStrike" cap="none" normalizeH="0" baseline="0" dirty="0">
                <a:ln>
                  <a:noFill/>
                </a:ln>
                <a:solidFill>
                  <a:schemeClr val="tx1"/>
                </a:solidFill>
                <a:effectLst/>
                <a:latin typeface="Arial" panose="020B0604020202020204" pitchFamily="34" charset="0"/>
              </a:rPr>
              <a:t> datasets with </a:t>
            </a:r>
            <a:r>
              <a:rPr kumimoji="0" lang="en-US" altLang="en-US" sz="1200" b="0" i="1" u="none" strike="noStrike" cap="none" normalizeH="0" baseline="0" dirty="0" smtClean="0">
                <a:ln>
                  <a:noFill/>
                </a:ln>
                <a:solidFill>
                  <a:schemeClr val="tx1"/>
                </a:solidFill>
                <a:effectLst/>
                <a:latin typeface="Arial" panose="020B0604020202020204" pitchFamily="34" charset="0"/>
              </a:rPr>
              <a:t>10 </a:t>
            </a:r>
            <a:r>
              <a:rPr kumimoji="0" lang="en-US" altLang="en-US" sz="1200" b="0" i="1" u="none" strike="noStrike" cap="none" normalizeH="0" baseline="0" dirty="0">
                <a:ln>
                  <a:noFill/>
                </a:ln>
                <a:solidFill>
                  <a:schemeClr val="tx1"/>
                </a:solidFill>
                <a:effectLst/>
                <a:latin typeface="Arial" panose="020B0604020202020204" pitchFamily="34" charset="0"/>
              </a:rPr>
              <a:t>fold cross </a:t>
            </a:r>
            <a:r>
              <a:rPr kumimoji="0" lang="en-US" altLang="en-US" sz="1200" b="0" i="1" u="none" strike="noStrike" cap="none" normalizeH="0" baseline="0" dirty="0" smtClean="0">
                <a:ln>
                  <a:noFill/>
                </a:ln>
                <a:solidFill>
                  <a:schemeClr val="tx1"/>
                </a:solidFill>
                <a:effectLst/>
                <a:latin typeface="Arial" panose="020B0604020202020204" pitchFamily="34" charset="0"/>
              </a:rPr>
              <a:t>validation with Top K features</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9AD9C75B-166B-4B8C-91FE-7D1DAC866A58}"/>
              </a:ext>
            </a:extLst>
          </p:cNvPr>
          <p:cNvSpPr txBox="1"/>
          <p:nvPr/>
        </p:nvSpPr>
        <p:spPr>
          <a:xfrm>
            <a:off x="1400325" y="0"/>
            <a:ext cx="9804918" cy="750962"/>
          </a:xfrm>
          <a:prstGeom prst="rect">
            <a:avLst/>
          </a:prstGeom>
          <a:noFill/>
          <a:ln>
            <a:noFill/>
          </a:ln>
        </p:spPr>
        <p:txBody>
          <a:bodyPr spcFirstLastPara="1" vert="horz" wrap="square" lIns="91425" tIns="45700" rIns="91425" bIns="45700" rtlCol="0" anchor="ctr" anchorCtr="0">
            <a:norm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pPr algn="ctr"/>
            <a:r>
              <a:rPr lang="en-US" dirty="0">
                <a:solidFill>
                  <a:schemeClr val="tx1"/>
                </a:solidFill>
                <a:latin typeface="Times New Roman" panose="02020603050405020304" pitchFamily="18" charset="0"/>
                <a:cs typeface="Times New Roman" panose="02020603050405020304" pitchFamily="18" charset="0"/>
              </a:rPr>
              <a:t>Objective 2 </a:t>
            </a:r>
            <a:r>
              <a:rPr lang="en-US" dirty="0" smtClean="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10 Fold Cross Validation with Top K features</a:t>
            </a:r>
            <a:endParaRPr lang="en-IN"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1332" y="1021754"/>
            <a:ext cx="8949867" cy="4786858"/>
          </a:xfrm>
          <a:prstGeom prst="rect">
            <a:avLst/>
          </a:prstGeom>
        </p:spPr>
      </p:pic>
    </p:spTree>
    <p:extLst>
      <p:ext uri="{BB962C8B-B14F-4D97-AF65-F5344CB8AC3E}">
        <p14:creationId xmlns:p14="http://schemas.microsoft.com/office/powerpoint/2010/main" val="246501434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36</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r>
              <a:rPr lang="en-US" b="1"/>
              <a:t>Why Wilcoxon Signed-Rank Test</a:t>
            </a:r>
            <a:endParaRPr lang="en-IN"/>
          </a:p>
        </p:txBody>
      </p:sp>
      <p:sp>
        <p:nvSpPr>
          <p:cNvPr id="5" name="Rectangle 1"/>
          <p:cNvSpPr>
            <a:spLocks noChangeArrowheads="1"/>
          </p:cNvSpPr>
          <p:nvPr/>
        </p:nvSpPr>
        <p:spPr bwMode="auto">
          <a:xfrm>
            <a:off x="544517" y="5863568"/>
            <a:ext cx="118600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smtClean="0">
                <a:ln>
                  <a:noFill/>
                </a:ln>
                <a:solidFill>
                  <a:schemeClr val="tx1"/>
                </a:solidFill>
                <a:effectLst/>
                <a:latin typeface="Arial" panose="020B0604020202020204" pitchFamily="34" charset="0"/>
              </a:rPr>
              <a:t>Tab.8.</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Performance comparison of </a:t>
            </a:r>
            <a:r>
              <a:rPr kumimoji="0" lang="en-US" altLang="en-US" sz="1200" b="0" i="1" u="none" strike="noStrike" cap="none" normalizeH="0" baseline="0" dirty="0" err="1">
                <a:ln>
                  <a:noFill/>
                </a:ln>
                <a:solidFill>
                  <a:schemeClr val="tx1"/>
                </a:solidFill>
                <a:effectLst/>
                <a:latin typeface="Arial" panose="020B0604020202020204" pitchFamily="34" charset="0"/>
              </a:rPr>
              <a:t>Multilabel</a:t>
            </a:r>
            <a:r>
              <a:rPr kumimoji="0" lang="en-US" altLang="en-US" sz="1200" b="0" i="1" u="none" strike="noStrike" cap="none" normalizeH="0" baseline="0" dirty="0">
                <a:ln>
                  <a:noFill/>
                </a:ln>
                <a:solidFill>
                  <a:schemeClr val="tx1"/>
                </a:solidFill>
                <a:effectLst/>
                <a:latin typeface="Arial" panose="020B0604020202020204" pitchFamily="34" charset="0"/>
              </a:rPr>
              <a:t> defect classification models with and without feature selection, evaluated on Recall, F1-Score, and Hamming Loss metrics.</a:t>
            </a:r>
          </a:p>
        </p:txBody>
      </p:sp>
      <p:sp>
        <p:nvSpPr>
          <p:cNvPr id="9" name="TextBox 8">
            <a:extLst>
              <a:ext uri="{FF2B5EF4-FFF2-40B4-BE49-F238E27FC236}">
                <a16:creationId xmlns:a16="http://schemas.microsoft.com/office/drawing/2014/main" id="{9AD9C75B-166B-4B8C-91FE-7D1DAC866A58}"/>
              </a:ext>
            </a:extLst>
          </p:cNvPr>
          <p:cNvSpPr txBox="1"/>
          <p:nvPr/>
        </p:nvSpPr>
        <p:spPr>
          <a:xfrm>
            <a:off x="544517" y="292530"/>
            <a:ext cx="10678655" cy="750962"/>
          </a:xfrm>
          <a:prstGeom prst="rect">
            <a:avLst/>
          </a:prstGeom>
          <a:noFill/>
          <a:ln>
            <a:solidFill>
              <a:schemeClr val="bg1"/>
            </a:solid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2 </a:t>
            </a:r>
            <a:r>
              <a:rPr lang="en-US" dirty="0" smtClean="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Statistical Validation of Results</a:t>
            </a:r>
            <a:r>
              <a:rPr lang="en-US" dirty="0">
                <a:solidFill>
                  <a:srgbClr val="FF0000"/>
                </a:solidFill>
                <a:sym typeface="Times New Roman"/>
              </a:rPr>
              <a:t> </a:t>
            </a:r>
            <a:r>
              <a:rPr lang="en-US" dirty="0" smtClean="0">
                <a:solidFill>
                  <a:srgbClr val="FF0000"/>
                </a:solidFill>
                <a:sym typeface="Times New Roman"/>
              </a:rPr>
              <a:t>(Review Question</a:t>
            </a:r>
            <a:r>
              <a:rPr lang="en-US" dirty="0">
                <a:solidFill>
                  <a:schemeClr val="tx1"/>
                </a:solidFill>
                <a:latin typeface="Times New Roman" panose="02020603050405020304" pitchFamily="18" charset="0"/>
                <a:cs typeface="Times New Roman" panose="02020603050405020304" pitchFamily="18" charset="0"/>
                <a:sym typeface="Times New Roman"/>
              </a:rPr>
              <a:t>)</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stretch>
            <a:fillRect/>
          </a:stretch>
        </p:blipFill>
        <p:spPr>
          <a:xfrm>
            <a:off x="5652349" y="3313217"/>
            <a:ext cx="5029995" cy="1990006"/>
          </a:xfrm>
          <a:prstGeom prst="rect">
            <a:avLst/>
          </a:prstGeom>
        </p:spPr>
      </p:pic>
      <p:pic>
        <p:nvPicPr>
          <p:cNvPr id="13" name="Picture 12"/>
          <p:cNvPicPr>
            <a:picLocks noChangeAspect="1"/>
          </p:cNvPicPr>
          <p:nvPr/>
        </p:nvPicPr>
        <p:blipFill>
          <a:blip r:embed="rId4"/>
          <a:stretch>
            <a:fillRect/>
          </a:stretch>
        </p:blipFill>
        <p:spPr>
          <a:xfrm>
            <a:off x="651753" y="3320875"/>
            <a:ext cx="4977643" cy="1952556"/>
          </a:xfrm>
          <a:prstGeom prst="rect">
            <a:avLst/>
          </a:prstGeom>
        </p:spPr>
      </p:pic>
      <p:graphicFrame>
        <p:nvGraphicFramePr>
          <p:cNvPr id="16" name="Diagram 15"/>
          <p:cNvGraphicFramePr/>
          <p:nvPr>
            <p:extLst>
              <p:ext uri="{D42A27DB-BD31-4B8C-83A1-F6EECF244321}">
                <p14:modId xmlns:p14="http://schemas.microsoft.com/office/powerpoint/2010/main" val="1406466982"/>
              </p:ext>
            </p:extLst>
          </p:nvPr>
        </p:nvGraphicFramePr>
        <p:xfrm>
          <a:off x="651753" y="1043493"/>
          <a:ext cx="9955287" cy="225910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83468965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37</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4588" y="1214377"/>
            <a:ext cx="7844127" cy="4706476"/>
          </a:xfrm>
          <a:prstGeom prst="rect">
            <a:avLst/>
          </a:prstGeom>
        </p:spPr>
      </p:pic>
      <p:sp>
        <p:nvSpPr>
          <p:cNvPr id="2" name="Rectangle 1"/>
          <p:cNvSpPr>
            <a:spLocks noChangeArrowheads="1"/>
          </p:cNvSpPr>
          <p:nvPr/>
        </p:nvSpPr>
        <p:spPr bwMode="auto">
          <a:xfrm>
            <a:off x="1852163" y="5894917"/>
            <a:ext cx="1053506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cs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21.</a:t>
            </a:r>
            <a:r>
              <a:rPr kumimoji="0" lang="en-US" altLang="en-US" sz="1200" b="0" i="1"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Module-wise instance distribution highlights a major skew toward </a:t>
            </a:r>
            <a:r>
              <a:rPr kumimoji="0" lang="en-US" altLang="en-US" sz="1200" b="0" i="1" u="none" strike="noStrike" cap="none" normalizeH="0" baseline="0" dirty="0" err="1">
                <a:ln>
                  <a:noFill/>
                </a:ln>
                <a:solidFill>
                  <a:schemeClr val="tx1"/>
                </a:solidFill>
                <a:effectLst/>
                <a:latin typeface="Arial" panose="020B0604020202020204" pitchFamily="34" charset="0"/>
                <a:cs typeface="Arial" panose="020B0604020202020204" pitchFamily="34" charset="0"/>
              </a:rPr>
              <a:t>module_core</a:t>
            </a:r>
            <a:r>
              <a:rPr kumimoji="0" lang="en-US" altLang="en-US" sz="12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 which contains 994 entries, dominating the Multiclass dataset.</a:t>
            </a:r>
          </a:p>
        </p:txBody>
      </p:sp>
      <p:sp>
        <p:nvSpPr>
          <p:cNvPr id="9" name="TextBox 8">
            <a:extLst>
              <a:ext uri="{FF2B5EF4-FFF2-40B4-BE49-F238E27FC236}">
                <a16:creationId xmlns:a16="http://schemas.microsoft.com/office/drawing/2014/main" id="{9AD9C75B-166B-4B8C-91FE-7D1DAC866A58}"/>
              </a:ext>
            </a:extLst>
          </p:cNvPr>
          <p:cNvSpPr txBox="1"/>
          <p:nvPr/>
        </p:nvSpPr>
        <p:spPr>
          <a:xfrm>
            <a:off x="1418254" y="193829"/>
            <a:ext cx="9804918" cy="750962"/>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a:t>
            </a:r>
            <a:r>
              <a:rPr lang="en-US" dirty="0" smtClean="0">
                <a:solidFill>
                  <a:schemeClr val="tx1"/>
                </a:solidFill>
                <a:latin typeface="Times New Roman" panose="02020603050405020304" pitchFamily="18" charset="0"/>
                <a:cs typeface="Times New Roman" panose="02020603050405020304" pitchFamily="18" charset="0"/>
              </a:rPr>
              <a:t>3 </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Multiclass sample distribution for </a:t>
            </a:r>
            <a:r>
              <a:rPr lang="en-US" dirty="0">
                <a:solidFill>
                  <a:schemeClr val="tx1"/>
                </a:solidFill>
                <a:latin typeface="Times New Roman" panose="02020603050405020304" pitchFamily="18" charset="0"/>
                <a:cs typeface="Times New Roman" panose="02020603050405020304" pitchFamily="18" charset="0"/>
              </a:rPr>
              <a:t>M</a:t>
            </a:r>
            <a:r>
              <a:rPr lang="en-US" dirty="0" smtClean="0">
                <a:solidFill>
                  <a:schemeClr val="tx1"/>
                </a:solidFill>
                <a:latin typeface="Times New Roman" panose="02020603050405020304" pitchFamily="18" charset="0"/>
                <a:cs typeface="Times New Roman" panose="02020603050405020304" pitchFamily="18" charset="0"/>
              </a:rPr>
              <a:t>odule prediction</a:t>
            </a:r>
            <a:endParaRPr lang="en-IN" dirty="0">
              <a:solidFill>
                <a:schemeClr val="tx1"/>
              </a:solidFill>
            </a:endParaRPr>
          </a:p>
        </p:txBody>
      </p:sp>
    </p:spTree>
    <p:extLst>
      <p:ext uri="{BB962C8B-B14F-4D97-AF65-F5344CB8AC3E}">
        <p14:creationId xmlns:p14="http://schemas.microsoft.com/office/powerpoint/2010/main" val="236023487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38</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1"/>
          <p:cNvSpPr>
            <a:spLocks noChangeArrowheads="1"/>
          </p:cNvSpPr>
          <p:nvPr/>
        </p:nvSpPr>
        <p:spPr bwMode="auto">
          <a:xfrm>
            <a:off x="989990" y="5861585"/>
            <a:ext cx="1082277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22.</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Training distribution before and after SMOTE/oversampling shows successful class balance for both traditional and BERT-based multiclass models.</a:t>
            </a:r>
          </a:p>
        </p:txBody>
      </p:sp>
      <p:sp>
        <p:nvSpPr>
          <p:cNvPr id="9" name="TextBox 8">
            <a:extLst>
              <a:ext uri="{FF2B5EF4-FFF2-40B4-BE49-F238E27FC236}">
                <a16:creationId xmlns:a16="http://schemas.microsoft.com/office/drawing/2014/main" id="{9AD9C75B-166B-4B8C-91FE-7D1DAC866A58}"/>
              </a:ext>
            </a:extLst>
          </p:cNvPr>
          <p:cNvSpPr txBox="1"/>
          <p:nvPr/>
        </p:nvSpPr>
        <p:spPr>
          <a:xfrm>
            <a:off x="1418254" y="193829"/>
            <a:ext cx="9804918" cy="750962"/>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3 : </a:t>
            </a:r>
            <a:r>
              <a:rPr lang="en-US" dirty="0" smtClean="0">
                <a:solidFill>
                  <a:schemeClr val="tx1"/>
                </a:solidFill>
                <a:latin typeface="Times New Roman" panose="02020603050405020304" pitchFamily="18" charset="0"/>
                <a:cs typeface="Times New Roman" panose="02020603050405020304" pitchFamily="18" charset="0"/>
              </a:rPr>
              <a:t>Before and After Class balancing(SMOTE/Over Sampling)</a:t>
            </a:r>
            <a:endParaRPr lang="en-IN" dirty="0">
              <a:solidFill>
                <a:schemeClr val="tx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3616" y="944791"/>
            <a:ext cx="8287788" cy="4585855"/>
          </a:xfrm>
          <a:prstGeom prst="rect">
            <a:avLst/>
          </a:prstGeom>
        </p:spPr>
      </p:pic>
    </p:spTree>
    <p:extLst>
      <p:ext uri="{BB962C8B-B14F-4D97-AF65-F5344CB8AC3E}">
        <p14:creationId xmlns:p14="http://schemas.microsoft.com/office/powerpoint/2010/main" val="250896227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39</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TextBox 11">
            <a:extLst>
              <a:ext uri="{FF2B5EF4-FFF2-40B4-BE49-F238E27FC236}">
                <a16:creationId xmlns:a16="http://schemas.microsoft.com/office/drawing/2014/main" id="{9AD9C75B-166B-4B8C-91FE-7D1DAC866A58}"/>
              </a:ext>
            </a:extLst>
          </p:cNvPr>
          <p:cNvSpPr txBox="1"/>
          <p:nvPr/>
        </p:nvSpPr>
        <p:spPr>
          <a:xfrm>
            <a:off x="838201" y="490058"/>
            <a:ext cx="10744200" cy="720571"/>
          </a:xfrm>
          <a:prstGeom prst="rect">
            <a:avLst/>
          </a:prstGeom>
          <a:noFill/>
          <a:ln>
            <a:noFill/>
          </a:ln>
        </p:spPr>
        <p:txBody>
          <a:bodyPr spcFirstLastPara="1" vert="horz" wrap="square" lIns="91425" tIns="45700" rIns="91425" bIns="45700" rtlCol="0" anchor="ctr" anchorCtr="0">
            <a:norm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a:t>
            </a:r>
            <a:r>
              <a:rPr lang="en-US" dirty="0" smtClean="0">
                <a:solidFill>
                  <a:schemeClr val="tx1"/>
                </a:solidFill>
                <a:latin typeface="Times New Roman" panose="02020603050405020304" pitchFamily="18" charset="0"/>
                <a:cs typeface="Times New Roman" panose="02020603050405020304" pitchFamily="18" charset="0"/>
              </a:rPr>
              <a:t>3 </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Multiclass performance on Unbalanced/Balanced Data</a:t>
            </a:r>
            <a:endParaRPr lang="en-IN" dirty="0">
              <a:solidFill>
                <a:schemeClr val="tx1"/>
              </a:solidFill>
            </a:endParaRPr>
          </a:p>
        </p:txBody>
      </p:sp>
      <p:sp>
        <p:nvSpPr>
          <p:cNvPr id="2" name="Rectangle 1"/>
          <p:cNvSpPr>
            <a:spLocks noChangeArrowheads="1"/>
          </p:cNvSpPr>
          <p:nvPr/>
        </p:nvSpPr>
        <p:spPr bwMode="auto">
          <a:xfrm>
            <a:off x="964342" y="5668235"/>
            <a:ext cx="1088426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Tab. </a:t>
            </a:r>
            <a:r>
              <a:rPr kumimoji="0" lang="en-US" altLang="en-US" sz="1200" b="1" i="1" u="none" strike="noStrike" cap="none" normalizeH="0" baseline="0" dirty="0" smtClean="0">
                <a:ln>
                  <a:noFill/>
                </a:ln>
                <a:solidFill>
                  <a:schemeClr val="tx1"/>
                </a:solidFill>
                <a:effectLst/>
                <a:latin typeface="Arial" panose="020B0604020202020204" pitchFamily="34" charset="0"/>
              </a:rPr>
              <a:t>9. </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BERT consistently outperforms traditional models across all metrics, with balanced data yielding the highest performance in multiclass classification.</a:t>
            </a:r>
          </a:p>
        </p:txBody>
      </p:sp>
      <p:pic>
        <p:nvPicPr>
          <p:cNvPr id="10" name="Picture 9"/>
          <p:cNvPicPr>
            <a:picLocks noChangeAspect="1"/>
          </p:cNvPicPr>
          <p:nvPr/>
        </p:nvPicPr>
        <p:blipFill>
          <a:blip r:embed="rId3"/>
          <a:stretch>
            <a:fillRect/>
          </a:stretch>
        </p:blipFill>
        <p:spPr>
          <a:xfrm>
            <a:off x="632450" y="1586483"/>
            <a:ext cx="5094396" cy="1667257"/>
          </a:xfrm>
          <a:prstGeom prst="rect">
            <a:avLst/>
          </a:prstGeom>
        </p:spPr>
      </p:pic>
      <p:pic>
        <p:nvPicPr>
          <p:cNvPr id="11" name="Picture 10"/>
          <p:cNvPicPr>
            <a:picLocks noChangeAspect="1"/>
          </p:cNvPicPr>
          <p:nvPr/>
        </p:nvPicPr>
        <p:blipFill>
          <a:blip r:embed="rId4"/>
          <a:stretch>
            <a:fillRect/>
          </a:stretch>
        </p:blipFill>
        <p:spPr>
          <a:xfrm>
            <a:off x="5755764" y="1533143"/>
            <a:ext cx="5034844" cy="3305211"/>
          </a:xfrm>
          <a:prstGeom prst="rect">
            <a:avLst/>
          </a:prstGeom>
        </p:spPr>
      </p:pic>
      <p:pic>
        <p:nvPicPr>
          <p:cNvPr id="13" name="Picture 12"/>
          <p:cNvPicPr>
            <a:picLocks noChangeAspect="1"/>
          </p:cNvPicPr>
          <p:nvPr/>
        </p:nvPicPr>
        <p:blipFill>
          <a:blip r:embed="rId5"/>
          <a:stretch>
            <a:fillRect/>
          </a:stretch>
        </p:blipFill>
        <p:spPr>
          <a:xfrm>
            <a:off x="632450" y="3316771"/>
            <a:ext cx="5138257" cy="1498659"/>
          </a:xfrm>
          <a:prstGeom prst="rect">
            <a:avLst/>
          </a:prstGeom>
        </p:spPr>
      </p:pic>
    </p:spTree>
    <p:extLst>
      <p:ext uri="{BB962C8B-B14F-4D97-AF65-F5344CB8AC3E}">
        <p14:creationId xmlns:p14="http://schemas.microsoft.com/office/powerpoint/2010/main" val="427641571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40</a:t>
            </a:fld>
            <a:endParaRPr lang="en-US" dirty="0"/>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AD9C75B-166B-4B8C-91FE-7D1DAC866A58}"/>
              </a:ext>
            </a:extLst>
          </p:cNvPr>
          <p:cNvSpPr txBox="1"/>
          <p:nvPr/>
        </p:nvSpPr>
        <p:spPr>
          <a:xfrm>
            <a:off x="215153" y="238082"/>
            <a:ext cx="10940527" cy="720571"/>
          </a:xfrm>
          <a:prstGeom prst="rect">
            <a:avLst/>
          </a:prstGeom>
          <a:noFill/>
          <a:ln>
            <a:noFill/>
          </a:ln>
        </p:spPr>
        <p:txBody>
          <a:bodyPr spcFirstLastPara="1" vert="horz" wrap="square" lIns="91425" tIns="45700" rIns="91425" bIns="45700" rtlCol="0" anchor="ctr" anchorCtr="0">
            <a:normAutofit fontScale="92500"/>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a:t>
            </a:r>
            <a:r>
              <a:rPr lang="en-US" dirty="0" smtClean="0">
                <a:solidFill>
                  <a:schemeClr val="tx1"/>
                </a:solidFill>
                <a:latin typeface="Times New Roman" panose="02020603050405020304" pitchFamily="18" charset="0"/>
                <a:cs typeface="Times New Roman" panose="02020603050405020304" pitchFamily="18" charset="0"/>
              </a:rPr>
              <a:t>3 </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Contextual understanding why BERT leads </a:t>
            </a:r>
            <a:r>
              <a:rPr lang="en-US" dirty="0" smtClean="0">
                <a:solidFill>
                  <a:srgbClr val="FF0000"/>
                </a:solidFill>
                <a:sym typeface="Times New Roman"/>
              </a:rPr>
              <a:t>(</a:t>
            </a:r>
            <a:r>
              <a:rPr lang="en-US" dirty="0">
                <a:solidFill>
                  <a:srgbClr val="FF0000"/>
                </a:solidFill>
                <a:sym typeface="Times New Roman"/>
              </a:rPr>
              <a:t>Review Question</a:t>
            </a:r>
            <a:r>
              <a:rPr lang="en-US" dirty="0" smtClean="0">
                <a:solidFill>
                  <a:schemeClr val="tx1"/>
                </a:solidFill>
                <a:latin typeface="Times New Roman" panose="02020603050405020304" pitchFamily="18" charset="0"/>
                <a:cs typeface="Times New Roman" panose="02020603050405020304" pitchFamily="18" charset="0"/>
                <a:sym typeface="Times New Roman"/>
              </a:rPr>
              <a:t>)</a:t>
            </a:r>
            <a:endParaRPr lang="en-IN" dirty="0">
              <a:solidFill>
                <a:schemeClr val="tx1"/>
              </a:solidFill>
            </a:endParaRPr>
          </a:p>
        </p:txBody>
      </p:sp>
      <p:sp>
        <p:nvSpPr>
          <p:cNvPr id="2" name="Rectangle 1"/>
          <p:cNvSpPr>
            <a:spLocks noChangeArrowheads="1"/>
          </p:cNvSpPr>
          <p:nvPr/>
        </p:nvSpPr>
        <p:spPr bwMode="auto">
          <a:xfrm>
            <a:off x="2245500" y="5920067"/>
            <a:ext cx="357386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smtClean="0">
                <a:ln>
                  <a:noFill/>
                </a:ln>
                <a:solidFill>
                  <a:schemeClr val="tx1"/>
                </a:solidFill>
                <a:effectLst/>
                <a:latin typeface="Arial" panose="020B0604020202020204" pitchFamily="34" charset="0"/>
              </a:rPr>
              <a:t>Fig. 23. </a:t>
            </a:r>
            <a:r>
              <a:rPr kumimoji="0" lang="en-US" altLang="en-US" sz="1200" b="0" i="1" u="none" strike="noStrike" cap="none" normalizeH="0" baseline="0" dirty="0" smtClean="0">
                <a:ln>
                  <a:noFill/>
                </a:ln>
                <a:solidFill>
                  <a:schemeClr val="tx1"/>
                </a:solidFill>
                <a:effectLst/>
                <a:latin typeface="Arial" panose="020B0604020202020204" pitchFamily="34" charset="0"/>
              </a:rPr>
              <a:t> Reason BERT </a:t>
            </a:r>
            <a:r>
              <a:rPr kumimoji="0" lang="en-US" altLang="en-US" sz="1200" b="0" i="1" u="none" strike="noStrike" cap="none" normalizeH="0" baseline="0" dirty="0">
                <a:ln>
                  <a:noFill/>
                </a:ln>
                <a:solidFill>
                  <a:schemeClr val="tx1"/>
                </a:solidFill>
                <a:effectLst/>
                <a:latin typeface="Arial" panose="020B0604020202020204" pitchFamily="34" charset="0"/>
              </a:rPr>
              <a:t>consistently </a:t>
            </a:r>
            <a:r>
              <a:rPr kumimoji="0" lang="en-US" altLang="en-US" sz="1200" b="0" i="1" u="none" strike="noStrike" cap="none" normalizeH="0" baseline="0" dirty="0" smtClean="0">
                <a:ln>
                  <a:noFill/>
                </a:ln>
                <a:solidFill>
                  <a:schemeClr val="tx1"/>
                </a:solidFill>
                <a:effectLst/>
                <a:latin typeface="Arial" panose="020B0604020202020204" pitchFamily="34" charset="0"/>
              </a:rPr>
              <a:t>outperforms</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pic>
        <p:nvPicPr>
          <p:cNvPr id="13" name="Picture 12"/>
          <p:cNvPicPr>
            <a:picLocks noChangeAspect="1"/>
          </p:cNvPicPr>
          <p:nvPr/>
        </p:nvPicPr>
        <p:blipFill>
          <a:blip r:embed="rId3"/>
          <a:stretch>
            <a:fillRect/>
          </a:stretch>
        </p:blipFill>
        <p:spPr>
          <a:xfrm>
            <a:off x="1683855" y="1147651"/>
            <a:ext cx="3795089" cy="990686"/>
          </a:xfrm>
          <a:prstGeom prst="rect">
            <a:avLst/>
          </a:prstGeom>
        </p:spPr>
      </p:pic>
      <p:pic>
        <p:nvPicPr>
          <p:cNvPr id="14" name="Picture 13"/>
          <p:cNvPicPr>
            <a:picLocks noChangeAspect="1"/>
          </p:cNvPicPr>
          <p:nvPr/>
        </p:nvPicPr>
        <p:blipFill>
          <a:blip r:embed="rId4"/>
          <a:stretch>
            <a:fillRect/>
          </a:stretch>
        </p:blipFill>
        <p:spPr>
          <a:xfrm>
            <a:off x="5774130" y="1147651"/>
            <a:ext cx="3918512" cy="996108"/>
          </a:xfrm>
          <a:prstGeom prst="rect">
            <a:avLst/>
          </a:prstGeom>
        </p:spPr>
      </p:pic>
      <p:pic>
        <p:nvPicPr>
          <p:cNvPr id="15" name="Picture 14"/>
          <p:cNvPicPr>
            <a:picLocks noChangeAspect="1"/>
          </p:cNvPicPr>
          <p:nvPr/>
        </p:nvPicPr>
        <p:blipFill>
          <a:blip r:embed="rId5"/>
          <a:stretch>
            <a:fillRect/>
          </a:stretch>
        </p:blipFill>
        <p:spPr>
          <a:xfrm>
            <a:off x="1099127" y="2231746"/>
            <a:ext cx="9525825" cy="2682472"/>
          </a:xfrm>
          <a:prstGeom prst="rect">
            <a:avLst/>
          </a:prstGeom>
        </p:spPr>
      </p:pic>
      <p:pic>
        <p:nvPicPr>
          <p:cNvPr id="16" name="Picture 15"/>
          <p:cNvPicPr>
            <a:picLocks noChangeAspect="1"/>
          </p:cNvPicPr>
          <p:nvPr/>
        </p:nvPicPr>
        <p:blipFill>
          <a:blip r:embed="rId6"/>
          <a:stretch>
            <a:fillRect/>
          </a:stretch>
        </p:blipFill>
        <p:spPr>
          <a:xfrm>
            <a:off x="964342" y="5007627"/>
            <a:ext cx="10318260" cy="753157"/>
          </a:xfrm>
          <a:prstGeom prst="rect">
            <a:avLst/>
          </a:prstGeom>
        </p:spPr>
      </p:pic>
    </p:spTree>
    <p:extLst>
      <p:ext uri="{BB962C8B-B14F-4D97-AF65-F5344CB8AC3E}">
        <p14:creationId xmlns:p14="http://schemas.microsoft.com/office/powerpoint/2010/main" val="174482424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41</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AD9C75B-166B-4B8C-91FE-7D1DAC866A58}"/>
              </a:ext>
            </a:extLst>
          </p:cNvPr>
          <p:cNvSpPr txBox="1"/>
          <p:nvPr/>
        </p:nvSpPr>
        <p:spPr>
          <a:xfrm>
            <a:off x="952500" y="267840"/>
            <a:ext cx="10868025" cy="415635"/>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3 </a:t>
            </a:r>
            <a:r>
              <a:rPr lang="en-US" dirty="0" smtClean="0">
                <a:solidFill>
                  <a:schemeClr val="tx1"/>
                </a:solidFill>
                <a:latin typeface="Times New Roman" panose="02020603050405020304" pitchFamily="18" charset="0"/>
                <a:cs typeface="Times New Roman" panose="02020603050405020304" pitchFamily="18" charset="0"/>
              </a:rPr>
              <a:t>:Visual for Multiclass </a:t>
            </a:r>
            <a:r>
              <a:rPr lang="en-US" dirty="0">
                <a:solidFill>
                  <a:schemeClr val="tx1"/>
                </a:solidFill>
                <a:latin typeface="Times New Roman" panose="02020603050405020304" pitchFamily="18" charset="0"/>
                <a:cs typeface="Times New Roman" panose="02020603050405020304" pitchFamily="18" charset="0"/>
              </a:rPr>
              <a:t>performance on </a:t>
            </a:r>
            <a:r>
              <a:rPr lang="en-US" dirty="0" smtClean="0">
                <a:solidFill>
                  <a:schemeClr val="tx1"/>
                </a:solidFill>
                <a:latin typeface="Times New Roman" panose="02020603050405020304" pitchFamily="18" charset="0"/>
                <a:cs typeface="Times New Roman" panose="02020603050405020304" pitchFamily="18" charset="0"/>
              </a:rPr>
              <a:t>Unbalanced Data</a:t>
            </a:r>
            <a:endParaRPr lang="en-IN" dirty="0">
              <a:solidFill>
                <a:schemeClr val="tx1"/>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9711" y="1181857"/>
            <a:ext cx="9052578" cy="4494285"/>
          </a:xfrm>
          <a:prstGeom prst="rect">
            <a:avLst/>
          </a:prstGeom>
        </p:spPr>
      </p:pic>
      <p:sp>
        <p:nvSpPr>
          <p:cNvPr id="2" name="Rectangle 1"/>
          <p:cNvSpPr>
            <a:spLocks noChangeArrowheads="1"/>
          </p:cNvSpPr>
          <p:nvPr/>
        </p:nvSpPr>
        <p:spPr bwMode="auto">
          <a:xfrm>
            <a:off x="2538791" y="5774708"/>
            <a:ext cx="808631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a:t>
            </a:r>
            <a:r>
              <a:rPr kumimoji="0" lang="en-US" altLang="en-US" sz="1200" b="0" i="1" u="none" strike="noStrike" cap="none" normalizeH="0" baseline="0" dirty="0">
                <a:ln>
                  <a:noFill/>
                </a:ln>
                <a:solidFill>
                  <a:schemeClr val="tx1"/>
                </a:solidFill>
                <a:effectLst/>
                <a:latin typeface="Arial" panose="020B0604020202020204" pitchFamily="34" charset="0"/>
              </a:rPr>
              <a:t> </a:t>
            </a:r>
            <a:r>
              <a:rPr kumimoji="0" lang="en-US" altLang="en-US" sz="1200" b="0" i="1" u="none" strike="noStrike" cap="none" normalizeH="0" baseline="0" dirty="0" smtClean="0">
                <a:ln>
                  <a:noFill/>
                </a:ln>
                <a:solidFill>
                  <a:schemeClr val="tx1"/>
                </a:solidFill>
                <a:effectLst/>
                <a:latin typeface="Arial" panose="020B0604020202020204" pitchFamily="34" charset="0"/>
              </a:rPr>
              <a:t>24. </a:t>
            </a:r>
            <a:r>
              <a:rPr kumimoji="0" lang="en-US" altLang="en-US" sz="1200" b="0" i="1" u="none" strike="noStrike" cap="none" normalizeH="0" baseline="0" dirty="0">
                <a:ln>
                  <a:noFill/>
                </a:ln>
                <a:solidFill>
                  <a:schemeClr val="tx1"/>
                </a:solidFill>
                <a:effectLst/>
                <a:latin typeface="Arial" panose="020B0604020202020204" pitchFamily="34" charset="0"/>
              </a:rPr>
              <a:t>On unbalanced data, BERT consistently outperforms other multiclass models across all evaluation metrics.</a:t>
            </a:r>
          </a:p>
        </p:txBody>
      </p:sp>
      <p:sp>
        <p:nvSpPr>
          <p:cNvPr id="7" name="Rectangle 6"/>
          <p:cNvSpPr/>
          <p:nvPr/>
        </p:nvSpPr>
        <p:spPr>
          <a:xfrm>
            <a:off x="9850582" y="2394065"/>
            <a:ext cx="324196" cy="16625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7808422" y="2394064"/>
            <a:ext cx="324196" cy="16625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5780814" y="2376778"/>
            <a:ext cx="324196" cy="16625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3749040" y="2394064"/>
            <a:ext cx="315884" cy="16625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534440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42</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AD9C75B-166B-4B8C-91FE-7D1DAC866A58}"/>
              </a:ext>
            </a:extLst>
          </p:cNvPr>
          <p:cNvSpPr txBox="1"/>
          <p:nvPr/>
        </p:nvSpPr>
        <p:spPr>
          <a:xfrm>
            <a:off x="1263251" y="452484"/>
            <a:ext cx="10204864" cy="579146"/>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3 </a:t>
            </a:r>
            <a:r>
              <a:rPr lang="en-US" dirty="0" smtClean="0">
                <a:solidFill>
                  <a:schemeClr val="tx1"/>
                </a:solidFill>
                <a:latin typeface="Times New Roman" panose="02020603050405020304" pitchFamily="18" charset="0"/>
                <a:cs typeface="Times New Roman" panose="02020603050405020304" pitchFamily="18" charset="0"/>
              </a:rPr>
              <a:t>:Visual for Multiclass </a:t>
            </a:r>
            <a:r>
              <a:rPr lang="en-US" dirty="0">
                <a:solidFill>
                  <a:schemeClr val="tx1"/>
                </a:solidFill>
                <a:latin typeface="Times New Roman" panose="02020603050405020304" pitchFamily="18" charset="0"/>
                <a:cs typeface="Times New Roman" panose="02020603050405020304" pitchFamily="18" charset="0"/>
              </a:rPr>
              <a:t>performance on </a:t>
            </a:r>
            <a:r>
              <a:rPr lang="en-US" dirty="0" smtClean="0">
                <a:solidFill>
                  <a:schemeClr val="tx1"/>
                </a:solidFill>
                <a:latin typeface="Times New Roman" panose="02020603050405020304" pitchFamily="18" charset="0"/>
                <a:cs typeface="Times New Roman" panose="02020603050405020304" pitchFamily="18" charset="0"/>
              </a:rPr>
              <a:t>Balanced Data</a:t>
            </a:r>
            <a:endParaRPr lang="en-IN" dirty="0">
              <a:solidFill>
                <a:schemeClr val="tx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3161" y="1422555"/>
            <a:ext cx="9052578" cy="4494285"/>
          </a:xfrm>
          <a:prstGeom prst="rect">
            <a:avLst/>
          </a:prstGeom>
        </p:spPr>
      </p:pic>
      <p:sp>
        <p:nvSpPr>
          <p:cNvPr id="5" name="Rectangle 1"/>
          <p:cNvSpPr>
            <a:spLocks noChangeArrowheads="1"/>
          </p:cNvSpPr>
          <p:nvPr/>
        </p:nvSpPr>
        <p:spPr bwMode="auto">
          <a:xfrm>
            <a:off x="2430219" y="6083058"/>
            <a:ext cx="836523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25.</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Evaluation of multiclass classifiers on balanced data reveals BERT achieving highest scores across all metrics.</a:t>
            </a:r>
          </a:p>
        </p:txBody>
      </p:sp>
      <p:sp>
        <p:nvSpPr>
          <p:cNvPr id="7" name="Rectangle 6"/>
          <p:cNvSpPr/>
          <p:nvPr/>
        </p:nvSpPr>
        <p:spPr>
          <a:xfrm>
            <a:off x="4330931" y="2535382"/>
            <a:ext cx="324197" cy="174567"/>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6365683" y="2535381"/>
            <a:ext cx="324197" cy="174567"/>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8398147" y="2535380"/>
            <a:ext cx="324197" cy="174567"/>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10434770" y="2564455"/>
            <a:ext cx="324197" cy="174567"/>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2754270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43</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AD9C75B-166B-4B8C-91FE-7D1DAC866A58}"/>
              </a:ext>
            </a:extLst>
          </p:cNvPr>
          <p:cNvSpPr txBox="1"/>
          <p:nvPr/>
        </p:nvSpPr>
        <p:spPr>
          <a:xfrm>
            <a:off x="1200151" y="118559"/>
            <a:ext cx="10077450" cy="620718"/>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3 </a:t>
            </a:r>
            <a:r>
              <a:rPr lang="en-US" dirty="0" smtClean="0">
                <a:solidFill>
                  <a:schemeClr val="tx1"/>
                </a:solidFill>
                <a:latin typeface="Times New Roman" panose="02020603050405020304" pitchFamily="18" charset="0"/>
                <a:cs typeface="Times New Roman" panose="02020603050405020304" pitchFamily="18" charset="0"/>
              </a:rPr>
              <a:t>:Combined Visuals for Multiclass </a:t>
            </a:r>
            <a:r>
              <a:rPr lang="en-US" dirty="0">
                <a:solidFill>
                  <a:schemeClr val="tx1"/>
                </a:solidFill>
                <a:latin typeface="Times New Roman" panose="02020603050405020304" pitchFamily="18" charset="0"/>
                <a:cs typeface="Times New Roman" panose="02020603050405020304" pitchFamily="18" charset="0"/>
              </a:rPr>
              <a:t>performance on </a:t>
            </a:r>
            <a:r>
              <a:rPr lang="en-US" dirty="0" smtClean="0">
                <a:solidFill>
                  <a:schemeClr val="tx1"/>
                </a:solidFill>
                <a:latin typeface="Times New Roman" panose="02020603050405020304" pitchFamily="18" charset="0"/>
                <a:cs typeface="Times New Roman" panose="02020603050405020304" pitchFamily="18" charset="0"/>
              </a:rPr>
              <a:t>Unbalanced and Balanced Data</a:t>
            </a:r>
            <a:endParaRPr lang="en-IN" dirty="0">
              <a:solidFill>
                <a:schemeClr val="tx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6730" y="944791"/>
            <a:ext cx="7871012" cy="5006417"/>
          </a:xfrm>
          <a:prstGeom prst="rect">
            <a:avLst/>
          </a:prstGeom>
        </p:spPr>
      </p:pic>
      <p:sp>
        <p:nvSpPr>
          <p:cNvPr id="5" name="Rectangle 1"/>
          <p:cNvSpPr>
            <a:spLocks noChangeArrowheads="1"/>
          </p:cNvSpPr>
          <p:nvPr/>
        </p:nvSpPr>
        <p:spPr bwMode="auto">
          <a:xfrm>
            <a:off x="2082056" y="6015279"/>
            <a:ext cx="830592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26.</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BERT achieves highest scores across all metrics, and all models show improved performance after balancing.</a:t>
            </a:r>
          </a:p>
        </p:txBody>
      </p:sp>
      <p:sp>
        <p:nvSpPr>
          <p:cNvPr id="7" name="Rectangle 6"/>
          <p:cNvSpPr/>
          <p:nvPr/>
        </p:nvSpPr>
        <p:spPr>
          <a:xfrm>
            <a:off x="2709949" y="1886990"/>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3384616" y="1870672"/>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4070417" y="2000701"/>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5445788" y="1729321"/>
            <a:ext cx="224492" cy="1247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4761662" y="1892636"/>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6510235" y="1886989"/>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7887281" y="1924704"/>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8578526" y="1870672"/>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9263101" y="1737650"/>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p:cNvSpPr/>
          <p:nvPr/>
        </p:nvSpPr>
        <p:spPr>
          <a:xfrm>
            <a:off x="2709949" y="4133367"/>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p:cNvSpPr/>
          <p:nvPr/>
        </p:nvSpPr>
        <p:spPr>
          <a:xfrm>
            <a:off x="3392929" y="4133366"/>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4070417" y="4260835"/>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4761662" y="4133366"/>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p:cNvSpPr/>
          <p:nvPr/>
        </p:nvSpPr>
        <p:spPr>
          <a:xfrm>
            <a:off x="5455374" y="3992359"/>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p:cNvSpPr/>
          <p:nvPr/>
        </p:nvSpPr>
        <p:spPr>
          <a:xfrm>
            <a:off x="6510235" y="4133366"/>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p:cNvSpPr/>
          <p:nvPr/>
        </p:nvSpPr>
        <p:spPr>
          <a:xfrm>
            <a:off x="7195931" y="4125052"/>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p:cNvSpPr/>
          <p:nvPr/>
        </p:nvSpPr>
        <p:spPr>
          <a:xfrm>
            <a:off x="7887281" y="4241431"/>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p:cNvSpPr/>
          <p:nvPr/>
        </p:nvSpPr>
        <p:spPr>
          <a:xfrm>
            <a:off x="8578525" y="4152770"/>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p:cNvSpPr/>
          <p:nvPr/>
        </p:nvSpPr>
        <p:spPr>
          <a:xfrm>
            <a:off x="9263100" y="4000672"/>
            <a:ext cx="216131" cy="1080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3445190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44</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p:cNvPicPr>
            <a:picLocks noChangeAspect="1"/>
          </p:cNvPicPr>
          <p:nvPr/>
        </p:nvPicPr>
        <p:blipFill>
          <a:blip r:embed="rId3"/>
          <a:stretch>
            <a:fillRect/>
          </a:stretch>
        </p:blipFill>
        <p:spPr>
          <a:xfrm>
            <a:off x="1865780" y="1865722"/>
            <a:ext cx="8349750" cy="3547503"/>
          </a:xfrm>
          <a:prstGeom prst="rect">
            <a:avLst/>
          </a:prstGeom>
        </p:spPr>
      </p:pic>
      <p:sp>
        <p:nvSpPr>
          <p:cNvPr id="2" name="Rectangle 1"/>
          <p:cNvSpPr>
            <a:spLocks noChangeArrowheads="1"/>
          </p:cNvSpPr>
          <p:nvPr/>
        </p:nvSpPr>
        <p:spPr bwMode="auto">
          <a:xfrm>
            <a:off x="1301662" y="5418717"/>
            <a:ext cx="1079064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Tab. </a:t>
            </a:r>
            <a:r>
              <a:rPr kumimoji="0" lang="en-US" altLang="en-US" sz="1200" b="1" i="1" u="none" strike="noStrike" cap="none" normalizeH="0" baseline="0" dirty="0" smtClean="0">
                <a:ln>
                  <a:noFill/>
                </a:ln>
                <a:solidFill>
                  <a:schemeClr val="tx1"/>
                </a:solidFill>
                <a:effectLst/>
                <a:latin typeface="Arial" panose="020B0604020202020204" pitchFamily="34" charset="0"/>
              </a:rPr>
              <a:t>10. </a:t>
            </a:r>
            <a:r>
              <a:rPr kumimoji="0" lang="en-US" altLang="en-US" sz="1200" b="0" i="1" u="none" strike="noStrike" cap="none" normalizeH="0" baseline="0" dirty="0">
                <a:ln>
                  <a:noFill/>
                </a:ln>
                <a:solidFill>
                  <a:schemeClr val="tx1"/>
                </a:solidFill>
                <a:effectLst/>
                <a:latin typeface="Arial" panose="020B0604020202020204" pitchFamily="34" charset="0"/>
              </a:rPr>
              <a:t>Multiclass classifier performance using nature-inspired algorithms; GWO and PSO consistently improve over base models</a:t>
            </a:r>
            <a:r>
              <a:rPr kumimoji="0" lang="en-US" altLang="en-US" sz="1200" b="0" i="1" u="none" strike="noStrike" cap="none" normalizeH="0" dirty="0">
                <a:ln>
                  <a:noFill/>
                </a:ln>
                <a:solidFill>
                  <a:schemeClr val="tx1"/>
                </a:solidFill>
                <a:effectLst/>
                <a:latin typeface="Arial" panose="020B0604020202020204" pitchFamily="34" charset="0"/>
              </a:rPr>
              <a:t> for un-balanced dataset</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9AD9C75B-166B-4B8C-91FE-7D1DAC866A58}"/>
              </a:ext>
            </a:extLst>
          </p:cNvPr>
          <p:cNvSpPr txBox="1"/>
          <p:nvPr/>
        </p:nvSpPr>
        <p:spPr>
          <a:xfrm>
            <a:off x="1418254" y="193829"/>
            <a:ext cx="9804918" cy="750962"/>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a:t>
            </a:r>
            <a:r>
              <a:rPr lang="en-US" dirty="0" smtClean="0">
                <a:solidFill>
                  <a:schemeClr val="tx1"/>
                </a:solidFill>
                <a:latin typeface="Times New Roman" panose="02020603050405020304" pitchFamily="18" charset="0"/>
                <a:cs typeface="Times New Roman" panose="02020603050405020304" pitchFamily="18" charset="0"/>
              </a:rPr>
              <a:t>3 </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Comparing Nature based Optimizers vs Base ML models for multiclass module prediction ( Unbalanced)</a:t>
            </a:r>
            <a:endParaRPr lang="en-IN" dirty="0">
              <a:solidFill>
                <a:schemeClr val="tx1"/>
              </a:solidFill>
            </a:endParaRPr>
          </a:p>
        </p:txBody>
      </p:sp>
      <p:sp>
        <p:nvSpPr>
          <p:cNvPr id="7" name="Rectangle 6"/>
          <p:cNvSpPr/>
          <p:nvPr/>
        </p:nvSpPr>
        <p:spPr>
          <a:xfrm>
            <a:off x="3491345" y="2734887"/>
            <a:ext cx="523702" cy="19119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4747260" y="2576945"/>
            <a:ext cx="473133" cy="157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4747260" y="2926080"/>
            <a:ext cx="473133" cy="1662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4747260" y="3150523"/>
            <a:ext cx="473133" cy="1496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9426633" y="2576945"/>
            <a:ext cx="498763" cy="157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7572895" y="2734887"/>
            <a:ext cx="465512" cy="19119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8819804" y="2926080"/>
            <a:ext cx="490451" cy="1662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7572895" y="3150523"/>
            <a:ext cx="465512" cy="1496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3491345" y="4322618"/>
            <a:ext cx="523702" cy="157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8819804" y="4136067"/>
            <a:ext cx="490451" cy="1699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p:cNvSpPr/>
          <p:nvPr/>
        </p:nvSpPr>
        <p:spPr>
          <a:xfrm>
            <a:off x="7572895" y="4322618"/>
            <a:ext cx="465512" cy="157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p:cNvSpPr/>
          <p:nvPr/>
        </p:nvSpPr>
        <p:spPr>
          <a:xfrm>
            <a:off x="8819804" y="4480560"/>
            <a:ext cx="490451" cy="19950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8819804" y="4688378"/>
            <a:ext cx="490451" cy="19119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4747260" y="4136067"/>
            <a:ext cx="473133" cy="1699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p:cNvSpPr/>
          <p:nvPr/>
        </p:nvSpPr>
        <p:spPr>
          <a:xfrm>
            <a:off x="5345084" y="4136067"/>
            <a:ext cx="465512" cy="1699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p:cNvSpPr/>
          <p:nvPr/>
        </p:nvSpPr>
        <p:spPr>
          <a:xfrm>
            <a:off x="4747260" y="4533774"/>
            <a:ext cx="473133" cy="1296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p:cNvSpPr/>
          <p:nvPr/>
        </p:nvSpPr>
        <p:spPr>
          <a:xfrm>
            <a:off x="4747260" y="4688378"/>
            <a:ext cx="473133" cy="19119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p:cNvSpPr/>
          <p:nvPr/>
        </p:nvSpPr>
        <p:spPr>
          <a:xfrm>
            <a:off x="5345084" y="2576945"/>
            <a:ext cx="465512" cy="157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0897375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45</a:t>
            </a:fld>
            <a:endParaRPr lang="en-US" dirty="0"/>
          </a:p>
        </p:txBody>
      </p:sp>
      <p:sp>
        <p:nvSpPr>
          <p:cNvPr id="276" name="Google Shape;276;p18"/>
          <p:cNvSpPr/>
          <p:nvPr/>
        </p:nvSpPr>
        <p:spPr>
          <a:xfrm>
            <a:off x="5652350" y="4311225"/>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AD9C75B-166B-4B8C-91FE-7D1DAC866A58}"/>
              </a:ext>
            </a:extLst>
          </p:cNvPr>
          <p:cNvSpPr txBox="1"/>
          <p:nvPr/>
        </p:nvSpPr>
        <p:spPr>
          <a:xfrm>
            <a:off x="838200" y="17651"/>
            <a:ext cx="10405292" cy="798492"/>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a:t>
            </a:r>
            <a:r>
              <a:rPr lang="en-US" dirty="0" smtClean="0">
                <a:solidFill>
                  <a:schemeClr val="tx1"/>
                </a:solidFill>
                <a:latin typeface="Times New Roman" panose="02020603050405020304" pitchFamily="18" charset="0"/>
                <a:cs typeface="Times New Roman" panose="02020603050405020304" pitchFamily="18" charset="0"/>
              </a:rPr>
              <a:t>3 : Visuals for Comparing </a:t>
            </a:r>
            <a:r>
              <a:rPr lang="en-US" dirty="0">
                <a:solidFill>
                  <a:schemeClr val="tx1"/>
                </a:solidFill>
                <a:latin typeface="Times New Roman" panose="02020603050405020304" pitchFamily="18" charset="0"/>
                <a:cs typeface="Times New Roman" panose="02020603050405020304" pitchFamily="18" charset="0"/>
              </a:rPr>
              <a:t>Nature based Optimizers vs Base ML models for multiclass module prediction ( Unbalanced</a:t>
            </a:r>
            <a:r>
              <a:rPr lang="en-US" dirty="0" smtClean="0">
                <a:solidFill>
                  <a:schemeClr val="tx1"/>
                </a:solidFill>
                <a:latin typeface="Times New Roman" panose="02020603050405020304" pitchFamily="18" charset="0"/>
                <a:cs typeface="Times New Roman" panose="02020603050405020304" pitchFamily="18" charset="0"/>
              </a:rPr>
              <a:t>)</a:t>
            </a:r>
            <a:endParaRPr lang="en-IN" dirty="0">
              <a:solidFill>
                <a:schemeClr val="tx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2047" y="960980"/>
            <a:ext cx="7337705" cy="5259134"/>
          </a:xfrm>
          <a:prstGeom prst="rect">
            <a:avLst/>
          </a:prstGeom>
        </p:spPr>
      </p:pic>
      <p:sp>
        <p:nvSpPr>
          <p:cNvPr id="5" name="Rectangle 1"/>
          <p:cNvSpPr>
            <a:spLocks noChangeArrowheads="1"/>
          </p:cNvSpPr>
          <p:nvPr/>
        </p:nvSpPr>
        <p:spPr bwMode="auto">
          <a:xfrm>
            <a:off x="513807" y="6189875"/>
            <a:ext cx="118703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27.</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Performance of multiclass models on unbalanced data using base vs. nature-inspired algorithms (GA, GWO, PSO) across accuracy, precision, recall, and F1-score.</a:t>
            </a:r>
          </a:p>
        </p:txBody>
      </p:sp>
      <p:sp>
        <p:nvSpPr>
          <p:cNvPr id="11" name="Rectangle 10"/>
          <p:cNvSpPr/>
          <p:nvPr/>
        </p:nvSpPr>
        <p:spPr>
          <a:xfrm>
            <a:off x="3198104" y="2210320"/>
            <a:ext cx="366670" cy="12469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3713494" y="2142432"/>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4877276" y="2420517"/>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5716861" y="2188152"/>
            <a:ext cx="318179" cy="1468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6942880" y="2179838"/>
            <a:ext cx="214378" cy="928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7313270" y="2092554"/>
            <a:ext cx="209748" cy="1468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8459278" y="2269894"/>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8983763" y="2123035"/>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p:cNvSpPr/>
          <p:nvPr/>
        </p:nvSpPr>
        <p:spPr>
          <a:xfrm>
            <a:off x="3713494" y="4427608"/>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p:cNvSpPr/>
          <p:nvPr/>
        </p:nvSpPr>
        <p:spPr>
          <a:xfrm>
            <a:off x="4849990" y="4674225"/>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7313270" y="4427607"/>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8459278" y="4764280"/>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p:cNvSpPr/>
          <p:nvPr/>
        </p:nvSpPr>
        <p:spPr>
          <a:xfrm>
            <a:off x="9316273" y="4451158"/>
            <a:ext cx="201800" cy="18150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p:cNvSpPr/>
          <p:nvPr/>
        </p:nvSpPr>
        <p:spPr>
          <a:xfrm>
            <a:off x="3198104" y="4451158"/>
            <a:ext cx="336651" cy="13854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p:cNvSpPr/>
          <p:nvPr/>
        </p:nvSpPr>
        <p:spPr>
          <a:xfrm>
            <a:off x="5733122" y="4451159"/>
            <a:ext cx="301917" cy="10668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p:cNvSpPr/>
          <p:nvPr/>
        </p:nvSpPr>
        <p:spPr>
          <a:xfrm>
            <a:off x="5391279" y="2188151"/>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p:cNvSpPr/>
          <p:nvPr/>
        </p:nvSpPr>
        <p:spPr>
          <a:xfrm>
            <a:off x="5379847" y="4439382"/>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9188058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46</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AD9C75B-166B-4B8C-91FE-7D1DAC866A58}"/>
              </a:ext>
            </a:extLst>
          </p:cNvPr>
          <p:cNvSpPr txBox="1"/>
          <p:nvPr/>
        </p:nvSpPr>
        <p:spPr>
          <a:xfrm>
            <a:off x="1380120" y="306660"/>
            <a:ext cx="9804918" cy="787517"/>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a:t>
            </a:r>
            <a:r>
              <a:rPr lang="en-US" dirty="0" smtClean="0">
                <a:solidFill>
                  <a:schemeClr val="tx1"/>
                </a:solidFill>
                <a:latin typeface="Times New Roman" panose="02020603050405020304" pitchFamily="18" charset="0"/>
                <a:cs typeface="Times New Roman" panose="02020603050405020304" pitchFamily="18" charset="0"/>
              </a:rPr>
              <a:t>3 </a:t>
            </a:r>
            <a:r>
              <a:rPr lang="en-US" dirty="0">
                <a:solidFill>
                  <a:schemeClr val="tx1"/>
                </a:solidFill>
                <a:latin typeface="Times New Roman" panose="02020603050405020304" pitchFamily="18" charset="0"/>
                <a:cs typeface="Times New Roman" panose="02020603050405020304" pitchFamily="18" charset="0"/>
              </a:rPr>
              <a:t>:Comparing Nature based Optimizers vs Base ML models for multiclass module prediction ( </a:t>
            </a:r>
            <a:r>
              <a:rPr lang="en-US" dirty="0" smtClean="0">
                <a:solidFill>
                  <a:schemeClr val="tx1"/>
                </a:solidFill>
                <a:latin typeface="Times New Roman" panose="02020603050405020304" pitchFamily="18" charset="0"/>
                <a:cs typeface="Times New Roman" panose="02020603050405020304" pitchFamily="18" charset="0"/>
              </a:rPr>
              <a:t>Balanced)</a:t>
            </a:r>
            <a:endParaRPr lang="en-IN" dirty="0">
              <a:solidFill>
                <a:schemeClr val="tx1"/>
              </a:solidFill>
            </a:endParaRPr>
          </a:p>
        </p:txBody>
      </p:sp>
      <p:pic>
        <p:nvPicPr>
          <p:cNvPr id="2" name="Picture 1"/>
          <p:cNvPicPr>
            <a:picLocks noChangeAspect="1"/>
          </p:cNvPicPr>
          <p:nvPr/>
        </p:nvPicPr>
        <p:blipFill>
          <a:blip r:embed="rId3"/>
          <a:stretch>
            <a:fillRect/>
          </a:stretch>
        </p:blipFill>
        <p:spPr>
          <a:xfrm>
            <a:off x="1765335" y="1392607"/>
            <a:ext cx="9457837" cy="3730382"/>
          </a:xfrm>
          <a:prstGeom prst="rect">
            <a:avLst/>
          </a:prstGeom>
        </p:spPr>
      </p:pic>
      <p:sp>
        <p:nvSpPr>
          <p:cNvPr id="7" name="Rectangle 2"/>
          <p:cNvSpPr>
            <a:spLocks noChangeArrowheads="1"/>
          </p:cNvSpPr>
          <p:nvPr/>
        </p:nvSpPr>
        <p:spPr bwMode="auto">
          <a:xfrm>
            <a:off x="1572521" y="5506762"/>
            <a:ext cx="997170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Tab. </a:t>
            </a:r>
            <a:r>
              <a:rPr kumimoji="0" lang="en-US" altLang="en-US" sz="1200" b="1" i="1" u="none" strike="noStrike" cap="none" normalizeH="0" baseline="0" dirty="0" smtClean="0">
                <a:ln>
                  <a:noFill/>
                </a:ln>
                <a:solidFill>
                  <a:schemeClr val="tx1"/>
                </a:solidFill>
                <a:effectLst/>
                <a:latin typeface="Arial" panose="020B0604020202020204" pitchFamily="34" charset="0"/>
              </a:rPr>
              <a:t>11. </a:t>
            </a:r>
            <a:r>
              <a:rPr kumimoji="0" lang="en-US" altLang="en-US" sz="1200" b="0" i="1" u="none" strike="noStrike" cap="none" normalizeH="0" baseline="0" dirty="0">
                <a:ln>
                  <a:noFill/>
                </a:ln>
                <a:solidFill>
                  <a:schemeClr val="tx1"/>
                </a:solidFill>
                <a:effectLst/>
                <a:latin typeface="Arial" panose="020B0604020202020204" pitchFamily="34" charset="0"/>
              </a:rPr>
              <a:t>Performance of multiclass classifiers with nature-inspired algorithms; PSO yields best results across most metrics</a:t>
            </a:r>
            <a:r>
              <a:rPr kumimoji="0" lang="en-US" altLang="en-US" sz="1200" b="0" i="1" u="none" strike="noStrike" cap="none" normalizeH="0" dirty="0">
                <a:ln>
                  <a:noFill/>
                </a:ln>
                <a:solidFill>
                  <a:schemeClr val="tx1"/>
                </a:solidFill>
                <a:effectLst/>
                <a:latin typeface="Arial" panose="020B0604020202020204" pitchFamily="34" charset="0"/>
              </a:rPr>
              <a:t> for balanced dataset</a:t>
            </a:r>
            <a:r>
              <a:rPr kumimoji="0" lang="en-US" altLang="en-US" sz="1200" b="0" i="1" u="none" strike="noStrike" cap="none" normalizeH="0" baseline="0" dirty="0">
                <a:ln>
                  <a:noFill/>
                </a:ln>
                <a:solidFill>
                  <a:schemeClr val="tx1"/>
                </a:solidFill>
                <a:effectLst/>
                <a:latin typeface="Arial" panose="020B0604020202020204" pitchFamily="34" charset="0"/>
              </a:rPr>
              <a:t>.</a:t>
            </a:r>
          </a:p>
        </p:txBody>
      </p:sp>
      <p:sp>
        <p:nvSpPr>
          <p:cNvPr id="5" name="Rectangle 4"/>
          <p:cNvSpPr/>
          <p:nvPr/>
        </p:nvSpPr>
        <p:spPr>
          <a:xfrm>
            <a:off x="5748520" y="2176648"/>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3701934" y="2368535"/>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8199749" y="2599908"/>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3694611" y="2606536"/>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3694610" y="2815159"/>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8199749" y="2368535"/>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8199749" y="2819155"/>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10235251" y="2176647"/>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p:cNvSpPr/>
          <p:nvPr/>
        </p:nvSpPr>
        <p:spPr>
          <a:xfrm>
            <a:off x="10227630" y="3868448"/>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p:cNvSpPr/>
          <p:nvPr/>
        </p:nvSpPr>
        <p:spPr>
          <a:xfrm>
            <a:off x="8199748" y="4093300"/>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8199747" y="4303731"/>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8199746" y="4519712"/>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p:cNvSpPr/>
          <p:nvPr/>
        </p:nvSpPr>
        <p:spPr>
          <a:xfrm>
            <a:off x="3701934" y="4115532"/>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p:cNvSpPr/>
          <p:nvPr/>
        </p:nvSpPr>
        <p:spPr>
          <a:xfrm>
            <a:off x="3702924" y="4331513"/>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p:cNvSpPr/>
          <p:nvPr/>
        </p:nvSpPr>
        <p:spPr>
          <a:xfrm>
            <a:off x="3694609" y="4547494"/>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p:cNvSpPr/>
          <p:nvPr/>
        </p:nvSpPr>
        <p:spPr>
          <a:xfrm>
            <a:off x="5710386" y="3880472"/>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7039237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47</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AD9C75B-166B-4B8C-91FE-7D1DAC866A58}"/>
              </a:ext>
            </a:extLst>
          </p:cNvPr>
          <p:cNvSpPr txBox="1"/>
          <p:nvPr/>
        </p:nvSpPr>
        <p:spPr>
          <a:xfrm>
            <a:off x="180975" y="35163"/>
            <a:ext cx="11077575" cy="584778"/>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sz="2400" dirty="0">
                <a:solidFill>
                  <a:schemeClr val="tx1"/>
                </a:solidFill>
                <a:latin typeface="Times New Roman" panose="02020603050405020304" pitchFamily="18" charset="0"/>
                <a:cs typeface="Times New Roman" panose="02020603050405020304" pitchFamily="18" charset="0"/>
              </a:rPr>
              <a:t>Objective </a:t>
            </a:r>
            <a:r>
              <a:rPr lang="en-US" sz="2400" dirty="0" smtClean="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3 </a:t>
            </a:r>
            <a:r>
              <a:rPr lang="en-US" sz="2400" dirty="0" smtClean="0">
                <a:solidFill>
                  <a:schemeClr val="tx1"/>
                </a:solidFill>
                <a:latin typeface="Times New Roman" panose="02020603050405020304" pitchFamily="18" charset="0"/>
                <a:cs typeface="Times New Roman" panose="02020603050405020304" pitchFamily="18" charset="0"/>
              </a:rPr>
              <a:t>: </a:t>
            </a:r>
            <a:r>
              <a:rPr lang="en-US" sz="2400" dirty="0"/>
              <a:t>Comparative Analysis of Nature-Inspired Optimizers and Base ML Models (Balanced Multiclass Prediction</a:t>
            </a:r>
            <a:r>
              <a:rPr lang="en-US" sz="2400" dirty="0" smtClean="0"/>
              <a:t>)</a:t>
            </a:r>
            <a:endParaRPr lang="en-IN" sz="2400" dirty="0">
              <a:solidFill>
                <a:schemeClr val="tx1"/>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2201" y="713384"/>
            <a:ext cx="7679999" cy="5504466"/>
          </a:xfrm>
          <a:prstGeom prst="rect">
            <a:avLst/>
          </a:prstGeom>
        </p:spPr>
      </p:pic>
      <p:sp>
        <p:nvSpPr>
          <p:cNvPr id="2" name="Rectangle 1"/>
          <p:cNvSpPr>
            <a:spLocks noChangeArrowheads="1"/>
          </p:cNvSpPr>
          <p:nvPr/>
        </p:nvSpPr>
        <p:spPr bwMode="auto">
          <a:xfrm>
            <a:off x="610076" y="6217850"/>
            <a:ext cx="114521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28. </a:t>
            </a:r>
            <a:r>
              <a:rPr kumimoji="0" lang="en-US" altLang="en-US" sz="1200" b="0" i="1" u="none" strike="noStrike" cap="none" normalizeH="0" baseline="0" dirty="0">
                <a:ln>
                  <a:noFill/>
                </a:ln>
                <a:solidFill>
                  <a:schemeClr val="tx1"/>
                </a:solidFill>
                <a:effectLst/>
                <a:latin typeface="Arial" panose="020B0604020202020204" pitchFamily="34" charset="0"/>
              </a:rPr>
              <a:t>Comparative performance of multiclass models on balanced data using base and nature-inspired algorithms (GA, GWO, PSO) across four evaluation metrics.</a:t>
            </a:r>
          </a:p>
        </p:txBody>
      </p:sp>
      <p:sp>
        <p:nvSpPr>
          <p:cNvPr id="7" name="Rectangle 6"/>
          <p:cNvSpPr/>
          <p:nvPr/>
        </p:nvSpPr>
        <p:spPr>
          <a:xfrm>
            <a:off x="3203647" y="1928554"/>
            <a:ext cx="187946" cy="1413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3581400" y="1939637"/>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5346350" y="1972889"/>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4471495" y="2069870"/>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6959378" y="1939637"/>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7346156" y="1936867"/>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8227938" y="1999212"/>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9100022" y="1928554"/>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185636" y="4303783"/>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p:cNvSpPr/>
          <p:nvPr/>
        </p:nvSpPr>
        <p:spPr>
          <a:xfrm>
            <a:off x="3572300" y="4303783"/>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p:cNvSpPr/>
          <p:nvPr/>
        </p:nvSpPr>
        <p:spPr>
          <a:xfrm>
            <a:off x="4460639" y="4434016"/>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5344514" y="4328722"/>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6959378" y="4303783"/>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p:cNvSpPr/>
          <p:nvPr/>
        </p:nvSpPr>
        <p:spPr>
          <a:xfrm>
            <a:off x="7346156" y="4328721"/>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p:cNvSpPr/>
          <p:nvPr/>
        </p:nvSpPr>
        <p:spPr>
          <a:xfrm>
            <a:off x="8226040" y="4434015"/>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p:cNvSpPr/>
          <p:nvPr/>
        </p:nvSpPr>
        <p:spPr>
          <a:xfrm>
            <a:off x="9115262" y="4368898"/>
            <a:ext cx="201800" cy="1302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294239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48</a:t>
            </a:fld>
            <a:endParaRPr lang="en-US" dirty="0"/>
          </a:p>
        </p:txBody>
      </p:sp>
      <p:sp>
        <p:nvSpPr>
          <p:cNvPr id="276" name="Google Shape;276;p18"/>
          <p:cNvSpPr/>
          <p:nvPr/>
        </p:nvSpPr>
        <p:spPr>
          <a:xfrm>
            <a:off x="5652350" y="4254075"/>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75735"/>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AD9C75B-166B-4B8C-91FE-7D1DAC866A58}"/>
              </a:ext>
            </a:extLst>
          </p:cNvPr>
          <p:cNvSpPr txBox="1"/>
          <p:nvPr/>
        </p:nvSpPr>
        <p:spPr>
          <a:xfrm>
            <a:off x="450762" y="32081"/>
            <a:ext cx="11068050" cy="724212"/>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t>Objective 3: TF-IDF vs SBERT — ML Model Performance in Balanced &amp; Unbalanced Multiclass </a:t>
            </a:r>
            <a:r>
              <a:rPr lang="en-US" dirty="0" smtClean="0"/>
              <a:t>Data</a:t>
            </a:r>
            <a:endParaRPr lang="en-IN" dirty="0">
              <a:solidFill>
                <a:schemeClr val="tx1"/>
              </a:solidFill>
            </a:endParaRPr>
          </a:p>
        </p:txBody>
      </p:sp>
      <p:sp>
        <p:nvSpPr>
          <p:cNvPr id="2" name="Rectangle 1"/>
          <p:cNvSpPr/>
          <p:nvPr/>
        </p:nvSpPr>
        <p:spPr>
          <a:xfrm>
            <a:off x="2946053" y="6243448"/>
            <a:ext cx="6500540" cy="276999"/>
          </a:xfrm>
          <a:prstGeom prst="rect">
            <a:avLst/>
          </a:prstGeom>
        </p:spPr>
        <p:txBody>
          <a:bodyPr wrap="square">
            <a:spAutoFit/>
          </a:bodyPr>
          <a:lstStyle/>
          <a:p>
            <a:r>
              <a:rPr lang="en-US" sz="1200" b="1" i="1" dirty="0">
                <a:latin typeface="Arial" panose="020B0604020202020204" pitchFamily="34" charset="0"/>
                <a:cs typeface="Arial" panose="020B0604020202020204" pitchFamily="34" charset="0"/>
              </a:rPr>
              <a:t>Tab. </a:t>
            </a:r>
            <a:r>
              <a:rPr lang="en-US" sz="1200" b="1" i="1" dirty="0" smtClean="0">
                <a:latin typeface="Arial" panose="020B0604020202020204" pitchFamily="34" charset="0"/>
                <a:cs typeface="Arial" panose="020B0604020202020204" pitchFamily="34" charset="0"/>
              </a:rPr>
              <a:t>12.</a:t>
            </a:r>
            <a:r>
              <a:rPr lang="en-IN" sz="1200" i="1" dirty="0" smtClean="0">
                <a:latin typeface="Arial" panose="020B0604020202020204" pitchFamily="34" charset="0"/>
                <a:cs typeface="Arial" panose="020B0604020202020204" pitchFamily="34" charset="0"/>
              </a:rPr>
              <a:t> </a:t>
            </a:r>
            <a:r>
              <a:rPr lang="en-IN" sz="1200" i="1" dirty="0">
                <a:latin typeface="Arial" panose="020B0604020202020204" pitchFamily="34" charset="0"/>
                <a:cs typeface="Arial" panose="020B0604020202020204" pitchFamily="34" charset="0"/>
              </a:rPr>
              <a:t>Unbalanced and Balanced</a:t>
            </a:r>
            <a:r>
              <a:rPr lang="en-US" sz="1200" i="1" dirty="0">
                <a:latin typeface="Arial" panose="020B0604020202020204" pitchFamily="34" charset="0"/>
                <a:cs typeface="Arial" panose="020B0604020202020204" pitchFamily="34" charset="0"/>
              </a:rPr>
              <a:t> </a:t>
            </a:r>
            <a:r>
              <a:rPr lang="en-IN" sz="1200" i="1" dirty="0">
                <a:latin typeface="Arial" panose="020B0604020202020204" pitchFamily="34" charset="0"/>
                <a:cs typeface="Arial" panose="020B0604020202020204" pitchFamily="34" charset="0"/>
              </a:rPr>
              <a:t>Training Results (SBERT vs. BERT</a:t>
            </a:r>
            <a:r>
              <a:rPr lang="en-IN" sz="1200" i="1" dirty="0" smtClean="0">
                <a:latin typeface="Arial" panose="020B0604020202020204" pitchFamily="34" charset="0"/>
                <a:cs typeface="Arial" panose="020B0604020202020204" pitchFamily="34" charset="0"/>
              </a:rPr>
              <a:t>)</a:t>
            </a:r>
            <a:endParaRPr lang="en-IN" sz="1200" i="1" dirty="0"/>
          </a:p>
        </p:txBody>
      </p:sp>
      <p:sp>
        <p:nvSpPr>
          <p:cNvPr id="14" name="Rectangle 13"/>
          <p:cNvSpPr/>
          <p:nvPr/>
        </p:nvSpPr>
        <p:spPr>
          <a:xfrm>
            <a:off x="2609390" y="829479"/>
            <a:ext cx="5606407" cy="369332"/>
          </a:xfrm>
          <a:prstGeom prst="rect">
            <a:avLst/>
          </a:prstGeom>
        </p:spPr>
        <p:txBody>
          <a:bodyPr wrap="none">
            <a:spAutoFit/>
          </a:bodyPr>
          <a:lstStyle/>
          <a:p>
            <a:r>
              <a:rPr lang="en-IN" dirty="0"/>
              <a:t>Unbalanced (SBERT used for Vectorization for ML Models)</a:t>
            </a:r>
          </a:p>
        </p:txBody>
      </p:sp>
      <p:sp>
        <p:nvSpPr>
          <p:cNvPr id="16" name="Rectangle 15"/>
          <p:cNvSpPr/>
          <p:nvPr/>
        </p:nvSpPr>
        <p:spPr>
          <a:xfrm>
            <a:off x="2742440" y="3532793"/>
            <a:ext cx="5340308" cy="369332"/>
          </a:xfrm>
          <a:prstGeom prst="rect">
            <a:avLst/>
          </a:prstGeom>
        </p:spPr>
        <p:txBody>
          <a:bodyPr wrap="none">
            <a:spAutoFit/>
          </a:bodyPr>
          <a:lstStyle/>
          <a:p>
            <a:r>
              <a:rPr lang="en-IN" dirty="0"/>
              <a:t>Balanced (SBERT used for Vectorization for ML Models)</a:t>
            </a:r>
          </a:p>
        </p:txBody>
      </p:sp>
      <p:graphicFrame>
        <p:nvGraphicFramePr>
          <p:cNvPr id="5" name="Table 4"/>
          <p:cNvGraphicFramePr>
            <a:graphicFrameLocks noGrp="1"/>
          </p:cNvGraphicFramePr>
          <p:nvPr>
            <p:extLst>
              <p:ext uri="{D42A27DB-BD31-4B8C-83A1-F6EECF244321}">
                <p14:modId xmlns:p14="http://schemas.microsoft.com/office/powerpoint/2010/main" val="1413270020"/>
              </p:ext>
            </p:extLst>
          </p:nvPr>
        </p:nvGraphicFramePr>
        <p:xfrm>
          <a:off x="1588350" y="3928399"/>
          <a:ext cx="8128000" cy="2225040"/>
        </p:xfrm>
        <a:graphic>
          <a:graphicData uri="http://schemas.openxmlformats.org/drawingml/2006/table">
            <a:tbl>
              <a:tblPr firstRow="1" bandRow="1">
                <a:tableStyleId>{FABFCF23-3B69-468F-B69F-88F6DE6A72F2}</a:tableStyleId>
              </a:tblPr>
              <a:tblGrid>
                <a:gridCol w="1625600">
                  <a:extLst>
                    <a:ext uri="{9D8B030D-6E8A-4147-A177-3AD203B41FA5}">
                      <a16:colId xmlns:a16="http://schemas.microsoft.com/office/drawing/2014/main" val="538586823"/>
                    </a:ext>
                  </a:extLst>
                </a:gridCol>
                <a:gridCol w="1625600">
                  <a:extLst>
                    <a:ext uri="{9D8B030D-6E8A-4147-A177-3AD203B41FA5}">
                      <a16:colId xmlns:a16="http://schemas.microsoft.com/office/drawing/2014/main" val="742126542"/>
                    </a:ext>
                  </a:extLst>
                </a:gridCol>
                <a:gridCol w="1625600">
                  <a:extLst>
                    <a:ext uri="{9D8B030D-6E8A-4147-A177-3AD203B41FA5}">
                      <a16:colId xmlns:a16="http://schemas.microsoft.com/office/drawing/2014/main" val="1302306534"/>
                    </a:ext>
                  </a:extLst>
                </a:gridCol>
                <a:gridCol w="1625600">
                  <a:extLst>
                    <a:ext uri="{9D8B030D-6E8A-4147-A177-3AD203B41FA5}">
                      <a16:colId xmlns:a16="http://schemas.microsoft.com/office/drawing/2014/main" val="1554134299"/>
                    </a:ext>
                  </a:extLst>
                </a:gridCol>
                <a:gridCol w="1625600">
                  <a:extLst>
                    <a:ext uri="{9D8B030D-6E8A-4147-A177-3AD203B41FA5}">
                      <a16:colId xmlns:a16="http://schemas.microsoft.com/office/drawing/2014/main" val="2057779809"/>
                    </a:ext>
                  </a:extLst>
                </a:gridCol>
              </a:tblGrid>
              <a:tr h="370840">
                <a:tc>
                  <a:txBody>
                    <a:bodyPr/>
                    <a:lstStyle/>
                    <a:p>
                      <a:r>
                        <a:rPr lang="en-IN" sz="1400" baseline="0" dirty="0"/>
                        <a:t>Model</a:t>
                      </a:r>
                    </a:p>
                  </a:txBody>
                  <a:tcPr anchor="ctr"/>
                </a:tc>
                <a:tc>
                  <a:txBody>
                    <a:bodyPr/>
                    <a:lstStyle/>
                    <a:p>
                      <a:pPr algn="ctr"/>
                      <a:r>
                        <a:rPr lang="en-IN" sz="1400" baseline="0" dirty="0"/>
                        <a:t>Accuracy</a:t>
                      </a:r>
                    </a:p>
                  </a:txBody>
                  <a:tcPr anchor="ctr"/>
                </a:tc>
                <a:tc>
                  <a:txBody>
                    <a:bodyPr/>
                    <a:lstStyle/>
                    <a:p>
                      <a:pPr algn="ctr"/>
                      <a:r>
                        <a:rPr lang="en-IN" sz="1400" baseline="0"/>
                        <a:t>Precision</a:t>
                      </a:r>
                    </a:p>
                  </a:txBody>
                  <a:tcPr anchor="ctr"/>
                </a:tc>
                <a:tc>
                  <a:txBody>
                    <a:bodyPr/>
                    <a:lstStyle/>
                    <a:p>
                      <a:pPr algn="ctr"/>
                      <a:r>
                        <a:rPr lang="en-IN" sz="1400" baseline="0"/>
                        <a:t>Recall</a:t>
                      </a:r>
                    </a:p>
                  </a:txBody>
                  <a:tcPr anchor="ctr"/>
                </a:tc>
                <a:tc>
                  <a:txBody>
                    <a:bodyPr/>
                    <a:lstStyle/>
                    <a:p>
                      <a:pPr algn="ctr"/>
                      <a:r>
                        <a:rPr lang="en-IN" sz="1400" baseline="0"/>
                        <a:t>F1‑Score</a:t>
                      </a:r>
                    </a:p>
                  </a:txBody>
                  <a:tcPr anchor="ctr"/>
                </a:tc>
                <a:extLst>
                  <a:ext uri="{0D108BD9-81ED-4DB2-BD59-A6C34878D82A}">
                    <a16:rowId xmlns:a16="http://schemas.microsoft.com/office/drawing/2014/main" val="1885628408"/>
                  </a:ext>
                </a:extLst>
              </a:tr>
              <a:tr h="370840">
                <a:tc>
                  <a:txBody>
                    <a:bodyPr/>
                    <a:lstStyle/>
                    <a:p>
                      <a:r>
                        <a:rPr lang="en-IN" sz="1400" baseline="0" dirty="0"/>
                        <a:t>Logistic Regression</a:t>
                      </a:r>
                    </a:p>
                  </a:txBody>
                  <a:tcPr anchor="ctr"/>
                </a:tc>
                <a:tc>
                  <a:txBody>
                    <a:bodyPr/>
                    <a:lstStyle/>
                    <a:p>
                      <a:pPr algn="ctr"/>
                      <a:r>
                        <a:rPr lang="en-IN" sz="1400" baseline="0"/>
                        <a:t>0.85</a:t>
                      </a:r>
                    </a:p>
                  </a:txBody>
                  <a:tcPr anchor="ctr"/>
                </a:tc>
                <a:tc>
                  <a:txBody>
                    <a:bodyPr/>
                    <a:lstStyle/>
                    <a:p>
                      <a:pPr algn="ctr"/>
                      <a:r>
                        <a:rPr lang="en-IN" sz="1400" baseline="0"/>
                        <a:t>0.86</a:t>
                      </a:r>
                    </a:p>
                  </a:txBody>
                  <a:tcPr anchor="ctr"/>
                </a:tc>
                <a:tc>
                  <a:txBody>
                    <a:bodyPr/>
                    <a:lstStyle/>
                    <a:p>
                      <a:pPr algn="ctr"/>
                      <a:r>
                        <a:rPr lang="en-IN" sz="1400" baseline="0"/>
                        <a:t>0.85</a:t>
                      </a:r>
                    </a:p>
                  </a:txBody>
                  <a:tcPr anchor="ctr"/>
                </a:tc>
                <a:tc>
                  <a:txBody>
                    <a:bodyPr/>
                    <a:lstStyle/>
                    <a:p>
                      <a:pPr algn="ctr"/>
                      <a:r>
                        <a:rPr lang="en-IN" sz="1400" baseline="0" dirty="0"/>
                        <a:t>0.85</a:t>
                      </a:r>
                    </a:p>
                  </a:txBody>
                  <a:tcPr anchor="ctr"/>
                </a:tc>
                <a:extLst>
                  <a:ext uri="{0D108BD9-81ED-4DB2-BD59-A6C34878D82A}">
                    <a16:rowId xmlns:a16="http://schemas.microsoft.com/office/drawing/2014/main" val="3165163838"/>
                  </a:ext>
                </a:extLst>
              </a:tr>
              <a:tr h="370840">
                <a:tc>
                  <a:txBody>
                    <a:bodyPr/>
                    <a:lstStyle/>
                    <a:p>
                      <a:r>
                        <a:rPr lang="en-IN" sz="1400" baseline="0" dirty="0"/>
                        <a:t>Linear SVM</a:t>
                      </a:r>
                    </a:p>
                  </a:txBody>
                  <a:tcPr anchor="ctr"/>
                </a:tc>
                <a:tc>
                  <a:txBody>
                    <a:bodyPr/>
                    <a:lstStyle/>
                    <a:p>
                      <a:pPr algn="ctr"/>
                      <a:r>
                        <a:rPr lang="en-IN" sz="1400" baseline="0" dirty="0"/>
                        <a:t>0.83</a:t>
                      </a:r>
                    </a:p>
                  </a:txBody>
                  <a:tcPr anchor="ctr"/>
                </a:tc>
                <a:tc>
                  <a:txBody>
                    <a:bodyPr/>
                    <a:lstStyle/>
                    <a:p>
                      <a:pPr algn="ctr"/>
                      <a:r>
                        <a:rPr lang="en-IN" sz="1400" baseline="0"/>
                        <a:t>0.84</a:t>
                      </a:r>
                    </a:p>
                  </a:txBody>
                  <a:tcPr anchor="ctr"/>
                </a:tc>
                <a:tc>
                  <a:txBody>
                    <a:bodyPr/>
                    <a:lstStyle/>
                    <a:p>
                      <a:pPr algn="ctr"/>
                      <a:r>
                        <a:rPr lang="en-IN" sz="1400" baseline="0"/>
                        <a:t>0.83</a:t>
                      </a:r>
                    </a:p>
                  </a:txBody>
                  <a:tcPr anchor="ctr"/>
                </a:tc>
                <a:tc>
                  <a:txBody>
                    <a:bodyPr/>
                    <a:lstStyle/>
                    <a:p>
                      <a:pPr algn="ctr"/>
                      <a:r>
                        <a:rPr lang="en-IN" sz="1400" baseline="0"/>
                        <a:t>0.83</a:t>
                      </a:r>
                    </a:p>
                  </a:txBody>
                  <a:tcPr anchor="ctr"/>
                </a:tc>
                <a:extLst>
                  <a:ext uri="{0D108BD9-81ED-4DB2-BD59-A6C34878D82A}">
                    <a16:rowId xmlns:a16="http://schemas.microsoft.com/office/drawing/2014/main" val="2724956351"/>
                  </a:ext>
                </a:extLst>
              </a:tr>
              <a:tr h="370840">
                <a:tc>
                  <a:txBody>
                    <a:bodyPr/>
                    <a:lstStyle/>
                    <a:p>
                      <a:r>
                        <a:rPr lang="en-IN" sz="1400" baseline="0" dirty="0"/>
                        <a:t>Gaussian NB</a:t>
                      </a:r>
                    </a:p>
                  </a:txBody>
                  <a:tcPr anchor="ctr"/>
                </a:tc>
                <a:tc>
                  <a:txBody>
                    <a:bodyPr/>
                    <a:lstStyle/>
                    <a:p>
                      <a:pPr algn="ctr"/>
                      <a:r>
                        <a:rPr lang="en-IN" sz="1400" baseline="0" dirty="0"/>
                        <a:t>0.81</a:t>
                      </a:r>
                    </a:p>
                  </a:txBody>
                  <a:tcPr anchor="ctr"/>
                </a:tc>
                <a:tc>
                  <a:txBody>
                    <a:bodyPr/>
                    <a:lstStyle/>
                    <a:p>
                      <a:pPr algn="ctr"/>
                      <a:r>
                        <a:rPr lang="en-IN" sz="1400" baseline="0" dirty="0"/>
                        <a:t>0.82</a:t>
                      </a:r>
                    </a:p>
                  </a:txBody>
                  <a:tcPr anchor="ctr"/>
                </a:tc>
                <a:tc>
                  <a:txBody>
                    <a:bodyPr/>
                    <a:lstStyle/>
                    <a:p>
                      <a:pPr algn="ctr"/>
                      <a:r>
                        <a:rPr lang="en-IN" sz="1400" baseline="0"/>
                        <a:t>0.81</a:t>
                      </a:r>
                    </a:p>
                  </a:txBody>
                  <a:tcPr anchor="ctr"/>
                </a:tc>
                <a:tc>
                  <a:txBody>
                    <a:bodyPr/>
                    <a:lstStyle/>
                    <a:p>
                      <a:pPr algn="ctr"/>
                      <a:r>
                        <a:rPr lang="en-IN" sz="1400" baseline="0"/>
                        <a:t>0.81</a:t>
                      </a:r>
                    </a:p>
                  </a:txBody>
                  <a:tcPr anchor="ctr"/>
                </a:tc>
                <a:extLst>
                  <a:ext uri="{0D108BD9-81ED-4DB2-BD59-A6C34878D82A}">
                    <a16:rowId xmlns:a16="http://schemas.microsoft.com/office/drawing/2014/main" val="2945034333"/>
                  </a:ext>
                </a:extLst>
              </a:tr>
              <a:tr h="370840">
                <a:tc>
                  <a:txBody>
                    <a:bodyPr/>
                    <a:lstStyle/>
                    <a:p>
                      <a:r>
                        <a:rPr lang="en-IN" sz="1400" baseline="0"/>
                        <a:t>Random Forest</a:t>
                      </a:r>
                    </a:p>
                  </a:txBody>
                  <a:tcPr anchor="ctr"/>
                </a:tc>
                <a:tc>
                  <a:txBody>
                    <a:bodyPr/>
                    <a:lstStyle/>
                    <a:p>
                      <a:pPr algn="ctr"/>
                      <a:r>
                        <a:rPr lang="en-IN" sz="1400" baseline="0" dirty="0"/>
                        <a:t>0.83</a:t>
                      </a:r>
                    </a:p>
                  </a:txBody>
                  <a:tcPr anchor="ctr"/>
                </a:tc>
                <a:tc>
                  <a:txBody>
                    <a:bodyPr/>
                    <a:lstStyle/>
                    <a:p>
                      <a:pPr algn="ctr"/>
                      <a:r>
                        <a:rPr lang="en-IN" sz="1400" baseline="0" dirty="0"/>
                        <a:t>0.84</a:t>
                      </a:r>
                    </a:p>
                  </a:txBody>
                  <a:tcPr anchor="ctr"/>
                </a:tc>
                <a:tc>
                  <a:txBody>
                    <a:bodyPr/>
                    <a:lstStyle/>
                    <a:p>
                      <a:pPr algn="ctr"/>
                      <a:r>
                        <a:rPr lang="en-IN" sz="1400" baseline="0" dirty="0"/>
                        <a:t>0.83</a:t>
                      </a:r>
                    </a:p>
                  </a:txBody>
                  <a:tcPr anchor="ctr"/>
                </a:tc>
                <a:tc>
                  <a:txBody>
                    <a:bodyPr/>
                    <a:lstStyle/>
                    <a:p>
                      <a:pPr algn="ctr"/>
                      <a:r>
                        <a:rPr lang="en-IN" sz="1400" baseline="0"/>
                        <a:t>0.82</a:t>
                      </a:r>
                    </a:p>
                  </a:txBody>
                  <a:tcPr anchor="ctr"/>
                </a:tc>
                <a:extLst>
                  <a:ext uri="{0D108BD9-81ED-4DB2-BD59-A6C34878D82A}">
                    <a16:rowId xmlns:a16="http://schemas.microsoft.com/office/drawing/2014/main" val="2661791920"/>
                  </a:ext>
                </a:extLst>
              </a:tr>
              <a:tr h="370840">
                <a:tc>
                  <a:txBody>
                    <a:bodyPr/>
                    <a:lstStyle/>
                    <a:p>
                      <a:r>
                        <a:rPr lang="en-IN" sz="1400" b="1" baseline="0"/>
                        <a:t>BERT (Balanced)</a:t>
                      </a:r>
                      <a:endParaRPr lang="en-IN" sz="1400" baseline="0"/>
                    </a:p>
                  </a:txBody>
                  <a:tcPr anchor="ctr"/>
                </a:tc>
                <a:tc>
                  <a:txBody>
                    <a:bodyPr/>
                    <a:lstStyle/>
                    <a:p>
                      <a:pPr algn="ctr"/>
                      <a:r>
                        <a:rPr lang="en-IN" sz="1400" b="1" baseline="0"/>
                        <a:t>0.89</a:t>
                      </a:r>
                      <a:endParaRPr lang="en-IN" sz="1400" baseline="0"/>
                    </a:p>
                  </a:txBody>
                  <a:tcPr anchor="ctr"/>
                </a:tc>
                <a:tc>
                  <a:txBody>
                    <a:bodyPr/>
                    <a:lstStyle/>
                    <a:p>
                      <a:pPr algn="ctr"/>
                      <a:r>
                        <a:rPr lang="en-IN" sz="1400" b="1" baseline="0" dirty="0"/>
                        <a:t>0.89</a:t>
                      </a:r>
                      <a:endParaRPr lang="en-IN" sz="1400" baseline="0" dirty="0"/>
                    </a:p>
                  </a:txBody>
                  <a:tcPr anchor="ctr"/>
                </a:tc>
                <a:tc>
                  <a:txBody>
                    <a:bodyPr/>
                    <a:lstStyle/>
                    <a:p>
                      <a:pPr algn="ctr"/>
                      <a:r>
                        <a:rPr lang="en-IN" sz="1400" b="1" baseline="0" dirty="0"/>
                        <a:t>0.89</a:t>
                      </a:r>
                      <a:endParaRPr lang="en-IN" sz="1400" baseline="0" dirty="0"/>
                    </a:p>
                  </a:txBody>
                  <a:tcPr anchor="ctr"/>
                </a:tc>
                <a:tc>
                  <a:txBody>
                    <a:bodyPr/>
                    <a:lstStyle/>
                    <a:p>
                      <a:pPr algn="ctr"/>
                      <a:r>
                        <a:rPr lang="en-IN" sz="1400" b="1" baseline="0" dirty="0"/>
                        <a:t>0.88</a:t>
                      </a:r>
                      <a:endParaRPr lang="en-IN" sz="1400" baseline="0" dirty="0"/>
                    </a:p>
                  </a:txBody>
                  <a:tcPr anchor="ctr"/>
                </a:tc>
                <a:extLst>
                  <a:ext uri="{0D108BD9-81ED-4DB2-BD59-A6C34878D82A}">
                    <a16:rowId xmlns:a16="http://schemas.microsoft.com/office/drawing/2014/main" val="3458028017"/>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872545345"/>
              </p:ext>
            </p:extLst>
          </p:nvPr>
        </p:nvGraphicFramePr>
        <p:xfrm>
          <a:off x="1588350" y="1144915"/>
          <a:ext cx="8128000" cy="2225040"/>
        </p:xfrm>
        <a:graphic>
          <a:graphicData uri="http://schemas.openxmlformats.org/drawingml/2006/table">
            <a:tbl>
              <a:tblPr firstRow="1" bandRow="1">
                <a:tableStyleId>{FABFCF23-3B69-468F-B69F-88F6DE6A72F2}</a:tableStyleId>
              </a:tblPr>
              <a:tblGrid>
                <a:gridCol w="1625600">
                  <a:extLst>
                    <a:ext uri="{9D8B030D-6E8A-4147-A177-3AD203B41FA5}">
                      <a16:colId xmlns:a16="http://schemas.microsoft.com/office/drawing/2014/main" val="995373892"/>
                    </a:ext>
                  </a:extLst>
                </a:gridCol>
                <a:gridCol w="1625600">
                  <a:extLst>
                    <a:ext uri="{9D8B030D-6E8A-4147-A177-3AD203B41FA5}">
                      <a16:colId xmlns:a16="http://schemas.microsoft.com/office/drawing/2014/main" val="1524992291"/>
                    </a:ext>
                  </a:extLst>
                </a:gridCol>
                <a:gridCol w="1625600">
                  <a:extLst>
                    <a:ext uri="{9D8B030D-6E8A-4147-A177-3AD203B41FA5}">
                      <a16:colId xmlns:a16="http://schemas.microsoft.com/office/drawing/2014/main" val="2050477710"/>
                    </a:ext>
                  </a:extLst>
                </a:gridCol>
                <a:gridCol w="1625600">
                  <a:extLst>
                    <a:ext uri="{9D8B030D-6E8A-4147-A177-3AD203B41FA5}">
                      <a16:colId xmlns:a16="http://schemas.microsoft.com/office/drawing/2014/main" val="4097959051"/>
                    </a:ext>
                  </a:extLst>
                </a:gridCol>
                <a:gridCol w="1625600">
                  <a:extLst>
                    <a:ext uri="{9D8B030D-6E8A-4147-A177-3AD203B41FA5}">
                      <a16:colId xmlns:a16="http://schemas.microsoft.com/office/drawing/2014/main" val="2225884692"/>
                    </a:ext>
                  </a:extLst>
                </a:gridCol>
              </a:tblGrid>
              <a:tr h="370840">
                <a:tc>
                  <a:txBody>
                    <a:bodyPr/>
                    <a:lstStyle/>
                    <a:p>
                      <a:r>
                        <a:rPr lang="en-IN" sz="1400" dirty="0"/>
                        <a:t>Model</a:t>
                      </a:r>
                    </a:p>
                  </a:txBody>
                  <a:tcPr anchor="ctr"/>
                </a:tc>
                <a:tc>
                  <a:txBody>
                    <a:bodyPr/>
                    <a:lstStyle/>
                    <a:p>
                      <a:pPr algn="ctr"/>
                      <a:r>
                        <a:rPr lang="en-IN" sz="1400"/>
                        <a:t>Accuracy</a:t>
                      </a:r>
                    </a:p>
                  </a:txBody>
                  <a:tcPr anchor="ctr"/>
                </a:tc>
                <a:tc>
                  <a:txBody>
                    <a:bodyPr/>
                    <a:lstStyle/>
                    <a:p>
                      <a:pPr algn="ctr"/>
                      <a:r>
                        <a:rPr lang="en-IN" sz="1400"/>
                        <a:t>Precision</a:t>
                      </a:r>
                    </a:p>
                  </a:txBody>
                  <a:tcPr anchor="ctr"/>
                </a:tc>
                <a:tc>
                  <a:txBody>
                    <a:bodyPr/>
                    <a:lstStyle/>
                    <a:p>
                      <a:pPr algn="ctr"/>
                      <a:r>
                        <a:rPr lang="en-IN" sz="1400" dirty="0"/>
                        <a:t>Recall</a:t>
                      </a:r>
                    </a:p>
                  </a:txBody>
                  <a:tcPr anchor="ctr"/>
                </a:tc>
                <a:tc>
                  <a:txBody>
                    <a:bodyPr/>
                    <a:lstStyle/>
                    <a:p>
                      <a:pPr algn="ctr"/>
                      <a:r>
                        <a:rPr lang="en-IN" sz="1400"/>
                        <a:t>F1‑Score</a:t>
                      </a:r>
                    </a:p>
                  </a:txBody>
                  <a:tcPr anchor="ctr"/>
                </a:tc>
                <a:extLst>
                  <a:ext uri="{0D108BD9-81ED-4DB2-BD59-A6C34878D82A}">
                    <a16:rowId xmlns:a16="http://schemas.microsoft.com/office/drawing/2014/main" val="2963150339"/>
                  </a:ext>
                </a:extLst>
              </a:tr>
              <a:tr h="370840">
                <a:tc>
                  <a:txBody>
                    <a:bodyPr/>
                    <a:lstStyle/>
                    <a:p>
                      <a:r>
                        <a:rPr lang="en-IN" sz="1400" dirty="0"/>
                        <a:t>Logistic Regression</a:t>
                      </a:r>
                    </a:p>
                  </a:txBody>
                  <a:tcPr anchor="ctr"/>
                </a:tc>
                <a:tc>
                  <a:txBody>
                    <a:bodyPr/>
                    <a:lstStyle/>
                    <a:p>
                      <a:pPr algn="ctr"/>
                      <a:r>
                        <a:rPr lang="en-IN" sz="1400"/>
                        <a:t>0.81</a:t>
                      </a:r>
                    </a:p>
                  </a:txBody>
                  <a:tcPr anchor="ctr"/>
                </a:tc>
                <a:tc>
                  <a:txBody>
                    <a:bodyPr/>
                    <a:lstStyle/>
                    <a:p>
                      <a:pPr algn="ctr"/>
                      <a:r>
                        <a:rPr lang="en-IN" sz="1400" dirty="0"/>
                        <a:t>0.81</a:t>
                      </a:r>
                    </a:p>
                  </a:txBody>
                  <a:tcPr anchor="ctr"/>
                </a:tc>
                <a:tc>
                  <a:txBody>
                    <a:bodyPr/>
                    <a:lstStyle/>
                    <a:p>
                      <a:pPr algn="ctr"/>
                      <a:r>
                        <a:rPr lang="en-IN" sz="1400" dirty="0"/>
                        <a:t>0.81</a:t>
                      </a:r>
                    </a:p>
                  </a:txBody>
                  <a:tcPr anchor="ctr"/>
                </a:tc>
                <a:tc>
                  <a:txBody>
                    <a:bodyPr/>
                    <a:lstStyle/>
                    <a:p>
                      <a:pPr algn="ctr"/>
                      <a:r>
                        <a:rPr lang="en-IN" sz="1400"/>
                        <a:t>0.80</a:t>
                      </a:r>
                    </a:p>
                  </a:txBody>
                  <a:tcPr anchor="ctr"/>
                </a:tc>
                <a:extLst>
                  <a:ext uri="{0D108BD9-81ED-4DB2-BD59-A6C34878D82A}">
                    <a16:rowId xmlns:a16="http://schemas.microsoft.com/office/drawing/2014/main" val="329331742"/>
                  </a:ext>
                </a:extLst>
              </a:tr>
              <a:tr h="370840">
                <a:tc>
                  <a:txBody>
                    <a:bodyPr/>
                    <a:lstStyle/>
                    <a:p>
                      <a:r>
                        <a:rPr lang="en-IN" sz="1400" dirty="0"/>
                        <a:t>Linear SVM</a:t>
                      </a:r>
                    </a:p>
                  </a:txBody>
                  <a:tcPr anchor="ctr"/>
                </a:tc>
                <a:tc>
                  <a:txBody>
                    <a:bodyPr/>
                    <a:lstStyle/>
                    <a:p>
                      <a:pPr algn="ctr"/>
                      <a:r>
                        <a:rPr lang="en-IN" sz="1400" b="1" dirty="0"/>
                        <a:t>0.86</a:t>
                      </a:r>
                    </a:p>
                  </a:txBody>
                  <a:tcPr anchor="ctr"/>
                </a:tc>
                <a:tc>
                  <a:txBody>
                    <a:bodyPr/>
                    <a:lstStyle/>
                    <a:p>
                      <a:pPr algn="ctr"/>
                      <a:r>
                        <a:rPr lang="en-IN" sz="1400" b="1" dirty="0"/>
                        <a:t>0.86</a:t>
                      </a:r>
                    </a:p>
                  </a:txBody>
                  <a:tcPr anchor="ctr"/>
                </a:tc>
                <a:tc>
                  <a:txBody>
                    <a:bodyPr/>
                    <a:lstStyle/>
                    <a:p>
                      <a:pPr algn="ctr"/>
                      <a:r>
                        <a:rPr lang="en-IN" sz="1400" b="1" dirty="0"/>
                        <a:t>0.86</a:t>
                      </a:r>
                    </a:p>
                  </a:txBody>
                  <a:tcPr anchor="ctr"/>
                </a:tc>
                <a:tc>
                  <a:txBody>
                    <a:bodyPr/>
                    <a:lstStyle/>
                    <a:p>
                      <a:pPr algn="ctr"/>
                      <a:r>
                        <a:rPr lang="en-IN" sz="1400" b="1" dirty="0"/>
                        <a:t>0.86</a:t>
                      </a:r>
                    </a:p>
                  </a:txBody>
                  <a:tcPr anchor="ctr"/>
                </a:tc>
                <a:extLst>
                  <a:ext uri="{0D108BD9-81ED-4DB2-BD59-A6C34878D82A}">
                    <a16:rowId xmlns:a16="http://schemas.microsoft.com/office/drawing/2014/main" val="2356963019"/>
                  </a:ext>
                </a:extLst>
              </a:tr>
              <a:tr h="370840">
                <a:tc>
                  <a:txBody>
                    <a:bodyPr/>
                    <a:lstStyle/>
                    <a:p>
                      <a:r>
                        <a:rPr lang="en-IN" sz="1400" dirty="0"/>
                        <a:t>Gaussian NB</a:t>
                      </a:r>
                    </a:p>
                  </a:txBody>
                  <a:tcPr anchor="ctr"/>
                </a:tc>
                <a:tc>
                  <a:txBody>
                    <a:bodyPr/>
                    <a:lstStyle/>
                    <a:p>
                      <a:pPr algn="ctr"/>
                      <a:r>
                        <a:rPr lang="en-IN" sz="1400" dirty="0"/>
                        <a:t>0.83</a:t>
                      </a:r>
                    </a:p>
                  </a:txBody>
                  <a:tcPr anchor="ctr"/>
                </a:tc>
                <a:tc>
                  <a:txBody>
                    <a:bodyPr/>
                    <a:lstStyle/>
                    <a:p>
                      <a:pPr algn="ctr"/>
                      <a:r>
                        <a:rPr lang="en-IN" sz="1400" dirty="0"/>
                        <a:t>0.85</a:t>
                      </a:r>
                    </a:p>
                  </a:txBody>
                  <a:tcPr anchor="ctr"/>
                </a:tc>
                <a:tc>
                  <a:txBody>
                    <a:bodyPr/>
                    <a:lstStyle/>
                    <a:p>
                      <a:pPr algn="ctr"/>
                      <a:r>
                        <a:rPr lang="en-IN" sz="1400" dirty="0"/>
                        <a:t>0.83</a:t>
                      </a:r>
                    </a:p>
                  </a:txBody>
                  <a:tcPr anchor="ctr"/>
                </a:tc>
                <a:tc>
                  <a:txBody>
                    <a:bodyPr/>
                    <a:lstStyle/>
                    <a:p>
                      <a:pPr algn="ctr"/>
                      <a:r>
                        <a:rPr lang="en-IN" sz="1400" dirty="0"/>
                        <a:t>0.83</a:t>
                      </a:r>
                    </a:p>
                  </a:txBody>
                  <a:tcPr anchor="ctr"/>
                </a:tc>
                <a:extLst>
                  <a:ext uri="{0D108BD9-81ED-4DB2-BD59-A6C34878D82A}">
                    <a16:rowId xmlns:a16="http://schemas.microsoft.com/office/drawing/2014/main" val="2524162353"/>
                  </a:ext>
                </a:extLst>
              </a:tr>
              <a:tr h="370840">
                <a:tc>
                  <a:txBody>
                    <a:bodyPr/>
                    <a:lstStyle/>
                    <a:p>
                      <a:r>
                        <a:rPr lang="en-IN" sz="1400" dirty="0"/>
                        <a:t>Random Forest</a:t>
                      </a:r>
                    </a:p>
                  </a:txBody>
                  <a:tcPr anchor="ctr"/>
                </a:tc>
                <a:tc>
                  <a:txBody>
                    <a:bodyPr/>
                    <a:lstStyle/>
                    <a:p>
                      <a:pPr algn="ctr"/>
                      <a:r>
                        <a:rPr lang="en-IN" sz="1400"/>
                        <a:t>0.66</a:t>
                      </a:r>
                    </a:p>
                  </a:txBody>
                  <a:tcPr anchor="ctr"/>
                </a:tc>
                <a:tc>
                  <a:txBody>
                    <a:bodyPr/>
                    <a:lstStyle/>
                    <a:p>
                      <a:pPr algn="ctr"/>
                      <a:r>
                        <a:rPr lang="en-IN" sz="1400" dirty="0"/>
                        <a:t>0.73</a:t>
                      </a:r>
                    </a:p>
                  </a:txBody>
                  <a:tcPr anchor="ctr"/>
                </a:tc>
                <a:tc>
                  <a:txBody>
                    <a:bodyPr/>
                    <a:lstStyle/>
                    <a:p>
                      <a:pPr algn="ctr"/>
                      <a:r>
                        <a:rPr lang="en-IN" sz="1400" dirty="0"/>
                        <a:t>0.66</a:t>
                      </a:r>
                    </a:p>
                  </a:txBody>
                  <a:tcPr anchor="ctr"/>
                </a:tc>
                <a:tc>
                  <a:txBody>
                    <a:bodyPr/>
                    <a:lstStyle/>
                    <a:p>
                      <a:pPr algn="ctr"/>
                      <a:r>
                        <a:rPr lang="en-IN" sz="1400"/>
                        <a:t>0.60</a:t>
                      </a:r>
                    </a:p>
                  </a:txBody>
                  <a:tcPr anchor="ctr"/>
                </a:tc>
                <a:extLst>
                  <a:ext uri="{0D108BD9-81ED-4DB2-BD59-A6C34878D82A}">
                    <a16:rowId xmlns:a16="http://schemas.microsoft.com/office/drawing/2014/main" val="2699280829"/>
                  </a:ext>
                </a:extLst>
              </a:tr>
              <a:tr h="370840">
                <a:tc>
                  <a:txBody>
                    <a:bodyPr/>
                    <a:lstStyle/>
                    <a:p>
                      <a:r>
                        <a:rPr lang="en-IN" sz="1400" dirty="0"/>
                        <a:t>BERT (Unbalanced)</a:t>
                      </a:r>
                    </a:p>
                  </a:txBody>
                  <a:tcPr anchor="ctr"/>
                </a:tc>
                <a:tc>
                  <a:txBody>
                    <a:bodyPr/>
                    <a:lstStyle/>
                    <a:p>
                      <a:pPr algn="ctr"/>
                      <a:r>
                        <a:rPr lang="en-IN" sz="1400" dirty="0"/>
                        <a:t>0.85</a:t>
                      </a:r>
                      <a:endParaRPr lang="en-IN" sz="1400" b="0" dirty="0"/>
                    </a:p>
                  </a:txBody>
                  <a:tcPr anchor="ctr"/>
                </a:tc>
                <a:tc>
                  <a:txBody>
                    <a:bodyPr/>
                    <a:lstStyle/>
                    <a:p>
                      <a:pPr algn="ctr"/>
                      <a:r>
                        <a:rPr lang="en-IN" sz="1400" b="1" dirty="0"/>
                        <a:t>0.86</a:t>
                      </a:r>
                    </a:p>
                  </a:txBody>
                  <a:tcPr anchor="ctr"/>
                </a:tc>
                <a:tc>
                  <a:txBody>
                    <a:bodyPr/>
                    <a:lstStyle/>
                    <a:p>
                      <a:pPr algn="ctr"/>
                      <a:r>
                        <a:rPr lang="en-IN" sz="1400" dirty="0"/>
                        <a:t>0.85</a:t>
                      </a:r>
                      <a:endParaRPr lang="en-IN" sz="1400" b="0" dirty="0"/>
                    </a:p>
                  </a:txBody>
                  <a:tcPr anchor="ctr"/>
                </a:tc>
                <a:tc>
                  <a:txBody>
                    <a:bodyPr/>
                    <a:lstStyle/>
                    <a:p>
                      <a:pPr algn="ctr"/>
                      <a:r>
                        <a:rPr lang="en-IN" sz="1400" dirty="0"/>
                        <a:t>0.85</a:t>
                      </a:r>
                      <a:endParaRPr lang="en-IN" sz="1400" b="0" dirty="0"/>
                    </a:p>
                  </a:txBody>
                  <a:tcPr anchor="ctr"/>
                </a:tc>
                <a:extLst>
                  <a:ext uri="{0D108BD9-81ED-4DB2-BD59-A6C34878D82A}">
                    <a16:rowId xmlns:a16="http://schemas.microsoft.com/office/drawing/2014/main" val="4202165064"/>
                  </a:ext>
                </a:extLst>
              </a:tr>
            </a:tbl>
          </a:graphicData>
        </a:graphic>
      </p:graphicFrame>
      <p:sp>
        <p:nvSpPr>
          <p:cNvPr id="13" name="Rectangle 12"/>
          <p:cNvSpPr/>
          <p:nvPr/>
        </p:nvSpPr>
        <p:spPr>
          <a:xfrm>
            <a:off x="3760124" y="1976055"/>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5412594" y="1976055"/>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5412594" y="3091634"/>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7056644" y="1976055"/>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8659023" y="1976054"/>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p:cNvSpPr/>
          <p:nvPr/>
        </p:nvSpPr>
        <p:spPr>
          <a:xfrm>
            <a:off x="3760123" y="5886506"/>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p:cNvSpPr/>
          <p:nvPr/>
        </p:nvSpPr>
        <p:spPr>
          <a:xfrm>
            <a:off x="5412594" y="5886505"/>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7056644" y="5886504"/>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8659022" y="5891629"/>
            <a:ext cx="572193" cy="1881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2396946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49</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TextBox 11">
            <a:extLst>
              <a:ext uri="{FF2B5EF4-FFF2-40B4-BE49-F238E27FC236}">
                <a16:creationId xmlns:a16="http://schemas.microsoft.com/office/drawing/2014/main" id="{9AD9C75B-166B-4B8C-91FE-7D1DAC866A58}"/>
              </a:ext>
            </a:extLst>
          </p:cNvPr>
          <p:cNvSpPr txBox="1"/>
          <p:nvPr/>
        </p:nvSpPr>
        <p:spPr>
          <a:xfrm>
            <a:off x="595210" y="191973"/>
            <a:ext cx="10682390" cy="723680"/>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t>Objective 3: Visual Comparison of TF-IDF vs SBERT for ML Models in Multiclass (Balanced </a:t>
            </a:r>
            <a:r>
              <a:rPr lang="en-US" dirty="0" smtClean="0"/>
              <a:t>Setting)</a:t>
            </a:r>
            <a:endParaRPr lang="en-IN" dirty="0">
              <a:solidFill>
                <a:schemeClr val="tx1"/>
              </a:solidFill>
            </a:endParaRPr>
          </a:p>
        </p:txBody>
      </p:sp>
      <p:sp>
        <p:nvSpPr>
          <p:cNvPr id="2" name="Rectangle 1"/>
          <p:cNvSpPr/>
          <p:nvPr/>
        </p:nvSpPr>
        <p:spPr>
          <a:xfrm>
            <a:off x="2853111" y="5852009"/>
            <a:ext cx="5866940" cy="276999"/>
          </a:xfrm>
          <a:prstGeom prst="rect">
            <a:avLst/>
          </a:prstGeom>
        </p:spPr>
        <p:txBody>
          <a:bodyPr wrap="square">
            <a:spAutoFit/>
          </a:bodyPr>
          <a:lstStyle/>
          <a:p>
            <a:r>
              <a:rPr lang="en-US" sz="1200" b="1" i="1" dirty="0">
                <a:latin typeface="Arial" panose="020B0604020202020204" pitchFamily="34" charset="0"/>
                <a:cs typeface="Arial" panose="020B0604020202020204" pitchFamily="34" charset="0"/>
              </a:rPr>
              <a:t>Fig. </a:t>
            </a:r>
            <a:r>
              <a:rPr lang="en-US" sz="1200" b="1" i="1" dirty="0" smtClean="0">
                <a:latin typeface="Arial" panose="020B0604020202020204" pitchFamily="34" charset="0"/>
                <a:cs typeface="Arial" panose="020B0604020202020204" pitchFamily="34" charset="0"/>
              </a:rPr>
              <a:t>29</a:t>
            </a:r>
            <a:r>
              <a:rPr lang="en-US" sz="1200" i="1" dirty="0" smtClean="0">
                <a:latin typeface="Arial" panose="020B0604020202020204" pitchFamily="34" charset="0"/>
                <a:cs typeface="Arial" panose="020B0604020202020204" pitchFamily="34" charset="0"/>
              </a:rPr>
              <a:t>. </a:t>
            </a:r>
            <a:r>
              <a:rPr lang="en-IN" sz="1200" i="1" dirty="0">
                <a:latin typeface="Arial" panose="020B0604020202020204" pitchFamily="34" charset="0"/>
                <a:cs typeface="Arial" panose="020B0604020202020204" pitchFamily="34" charset="0"/>
              </a:rPr>
              <a:t>Balanced Training Results (SBERT vs. BERT)</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997" y="1142995"/>
            <a:ext cx="9048006" cy="4572009"/>
          </a:xfrm>
          <a:prstGeom prst="rect">
            <a:avLst/>
          </a:prstGeom>
        </p:spPr>
      </p:pic>
      <p:sp>
        <p:nvSpPr>
          <p:cNvPr id="3" name="Rectangle 2"/>
          <p:cNvSpPr/>
          <p:nvPr/>
        </p:nvSpPr>
        <p:spPr>
          <a:xfrm>
            <a:off x="2959331" y="2310938"/>
            <a:ext cx="290945" cy="1413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4904509" y="2310938"/>
            <a:ext cx="307571" cy="1413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5786581" y="2310938"/>
            <a:ext cx="384319" cy="1413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6866312" y="2319251"/>
            <a:ext cx="282633" cy="1413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8786553" y="2310938"/>
            <a:ext cx="315883" cy="1413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8786553" y="2310938"/>
            <a:ext cx="315883" cy="1413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0846528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4" name="Date Placeholder 3">
            <a:extLst>
              <a:ext uri="{FF2B5EF4-FFF2-40B4-BE49-F238E27FC236}">
                <a16:creationId xmlns:a16="http://schemas.microsoft.com/office/drawing/2014/main" id="{1886A9FA-7E93-4FCF-BD40-DACA638D3949}"/>
              </a:ext>
            </a:extLst>
          </p:cNvPr>
          <p:cNvSpPr>
            <a:spLocks noGrp="1"/>
          </p:cNvSpPr>
          <p:nvPr>
            <p:ph type="dt" sz="half" idx="10"/>
          </p:nvPr>
        </p:nvSpPr>
        <p:spPr/>
        <p:txBody>
          <a:bodyPr/>
          <a:lstStyle/>
          <a:p>
            <a:fld id="{FA8FED73-DDDE-4357-8F34-09A5FDB196C8}" type="datetime1">
              <a:rPr lang="en-US" smtClean="0"/>
              <a:t>12/6/2025</a:t>
            </a:fld>
            <a:endParaRPr lang="en-US"/>
          </a:p>
        </p:txBody>
      </p:sp>
      <p:sp>
        <p:nvSpPr>
          <p:cNvPr id="6" name="Slide Number Placeholder 5">
            <a:extLst>
              <a:ext uri="{FF2B5EF4-FFF2-40B4-BE49-F238E27FC236}">
                <a16:creationId xmlns:a16="http://schemas.microsoft.com/office/drawing/2014/main" id="{A56E3AD1-EA17-496A-8EBD-54D1A5B1F745}"/>
              </a:ext>
            </a:extLst>
          </p:cNvPr>
          <p:cNvSpPr>
            <a:spLocks noGrp="1"/>
          </p:cNvSpPr>
          <p:nvPr>
            <p:ph type="sldNum" sz="quarter" idx="12"/>
          </p:nvPr>
        </p:nvSpPr>
        <p:spPr/>
        <p:txBody>
          <a:bodyPr/>
          <a:lstStyle/>
          <a:p>
            <a:fld id="{00000000-1234-1234-1234-123412341234}" type="slidenum">
              <a:rPr lang="en-US" smtClean="0"/>
              <a:pPr/>
              <a:t>50</a:t>
            </a:fld>
            <a:endParaRPr lang="en-US" dirty="0"/>
          </a:p>
        </p:txBody>
      </p:sp>
      <p:sp>
        <p:nvSpPr>
          <p:cNvPr id="276" name="Google Shape;276;p18"/>
          <p:cNvSpPr/>
          <p:nvPr/>
        </p:nvSpPr>
        <p:spPr>
          <a:xfrm>
            <a:off x="5652350" y="4187400"/>
            <a:ext cx="1037100" cy="3630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BC2EFD8A-B959-4D56-89BE-456069EA6FC7}"/>
              </a:ext>
            </a:extLst>
          </p:cNvPr>
          <p:cNvSpPr/>
          <p:nvPr/>
        </p:nvSpPr>
        <p:spPr>
          <a:xfrm>
            <a:off x="1099127" y="3909060"/>
            <a:ext cx="3648133" cy="2177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AD9C75B-166B-4B8C-91FE-7D1DAC866A58}"/>
              </a:ext>
            </a:extLst>
          </p:cNvPr>
          <p:cNvSpPr txBox="1"/>
          <p:nvPr/>
        </p:nvSpPr>
        <p:spPr>
          <a:xfrm>
            <a:off x="1099127" y="126906"/>
            <a:ext cx="10041467" cy="643206"/>
          </a:xfrm>
          <a:prstGeom prst="rect">
            <a:avLst/>
          </a:prstGeom>
          <a:noFill/>
          <a:ln>
            <a:noFill/>
          </a:ln>
        </p:spPr>
        <p:txBody>
          <a:bodyPr spcFirstLastPara="1" vert="horz" wrap="square" lIns="91425" tIns="45700" rIns="91425" bIns="45700" rtlCol="0" anchor="ctr" anchorCtr="0">
            <a:noAutofit/>
          </a:bodyPr>
          <a:lstStyle>
            <a:defPPr>
              <a:defRPr lang="en-US"/>
            </a:defPPr>
            <a:lvl1pPr lvl="0" indent="0">
              <a:lnSpc>
                <a:spcPct val="90000"/>
              </a:lnSpc>
              <a:spcBef>
                <a:spcPts val="0"/>
              </a:spcBef>
              <a:spcAft>
                <a:spcPts val="0"/>
              </a:spcAft>
              <a:buClr>
                <a:srgbClr val="003154"/>
              </a:buClr>
              <a:buSzPts val="3600"/>
              <a:buFont typeface="Palatino Linotype"/>
              <a:buNone/>
              <a:defRPr sz="2800" b="1">
                <a:solidFill>
                  <a:srgbClr val="012060"/>
                </a:solidFill>
                <a:latin typeface="Times New Roman"/>
                <a:ea typeface="Times New Roman"/>
                <a:cs typeface="Times New Roman"/>
              </a:defRPr>
            </a:lvl1pPr>
          </a:lstStyle>
          <a:p>
            <a:r>
              <a:rPr lang="en-US" dirty="0">
                <a:solidFill>
                  <a:schemeClr val="tx1"/>
                </a:solidFill>
                <a:latin typeface="Times New Roman" panose="02020603050405020304" pitchFamily="18" charset="0"/>
                <a:cs typeface="Times New Roman" panose="02020603050405020304" pitchFamily="18" charset="0"/>
              </a:rPr>
              <a:t>Objective </a:t>
            </a:r>
            <a:r>
              <a:rPr lang="en-US" dirty="0" smtClean="0">
                <a:solidFill>
                  <a:schemeClr val="tx1"/>
                </a:solidFill>
                <a:latin typeface="Times New Roman" panose="02020603050405020304" pitchFamily="18" charset="0"/>
                <a:cs typeface="Times New Roman" panose="02020603050405020304" pitchFamily="18" charset="0"/>
              </a:rPr>
              <a:t>3 </a:t>
            </a:r>
            <a:r>
              <a:rPr lang="en-US" dirty="0">
                <a:solidFill>
                  <a:schemeClr val="tx1"/>
                </a:solidFill>
                <a:latin typeface="Times New Roman" panose="02020603050405020304" pitchFamily="18" charset="0"/>
                <a:cs typeface="Times New Roman" panose="02020603050405020304" pitchFamily="18" charset="0"/>
              </a:rPr>
              <a:t>:Visuals for Comparing TF-IDF/SBERT for ML models in Multiclass , </a:t>
            </a:r>
            <a:r>
              <a:rPr lang="en-US" dirty="0" smtClean="0">
                <a:solidFill>
                  <a:schemeClr val="tx1"/>
                </a:solidFill>
                <a:latin typeface="Times New Roman" panose="02020603050405020304" pitchFamily="18" charset="0"/>
                <a:cs typeface="Times New Roman" panose="02020603050405020304" pitchFamily="18" charset="0"/>
              </a:rPr>
              <a:t>Unbalanced Settings</a:t>
            </a:r>
            <a:endParaRPr lang="en-IN" dirty="0">
              <a:solidFill>
                <a:schemeClr val="tx1"/>
              </a:solidFill>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059" y="1017279"/>
            <a:ext cx="9048006" cy="4572009"/>
          </a:xfrm>
          <a:prstGeom prst="rect">
            <a:avLst/>
          </a:prstGeom>
        </p:spPr>
      </p:pic>
      <p:sp>
        <p:nvSpPr>
          <p:cNvPr id="14" name="Rectangle 13"/>
          <p:cNvSpPr/>
          <p:nvPr/>
        </p:nvSpPr>
        <p:spPr>
          <a:xfrm>
            <a:off x="2853111" y="5852009"/>
            <a:ext cx="4545216" cy="276999"/>
          </a:xfrm>
          <a:prstGeom prst="rect">
            <a:avLst/>
          </a:prstGeom>
        </p:spPr>
        <p:txBody>
          <a:bodyPr wrap="square">
            <a:spAutoFit/>
          </a:bodyPr>
          <a:lstStyle/>
          <a:p>
            <a:r>
              <a:rPr lang="en-US" sz="1200" b="1" i="1" dirty="0">
                <a:latin typeface="Arial" panose="020B0604020202020204" pitchFamily="34" charset="0"/>
                <a:cs typeface="Arial" panose="020B0604020202020204" pitchFamily="34" charset="0"/>
              </a:rPr>
              <a:t>Fig. </a:t>
            </a:r>
            <a:r>
              <a:rPr lang="en-US" sz="1200" b="1" i="1" dirty="0" smtClean="0">
                <a:latin typeface="Arial" panose="020B0604020202020204" pitchFamily="34" charset="0"/>
                <a:cs typeface="Arial" panose="020B0604020202020204" pitchFamily="34" charset="0"/>
              </a:rPr>
              <a:t>30</a:t>
            </a:r>
            <a:r>
              <a:rPr lang="en-US" sz="1200" i="1" dirty="0" smtClean="0">
                <a:latin typeface="Arial" panose="020B0604020202020204" pitchFamily="34" charset="0"/>
                <a:cs typeface="Arial" panose="020B0604020202020204" pitchFamily="34" charset="0"/>
              </a:rPr>
              <a:t>. </a:t>
            </a:r>
            <a:r>
              <a:rPr lang="en-US" sz="1200" i="1" dirty="0">
                <a:latin typeface="Arial" panose="020B0604020202020204" pitchFamily="34" charset="0"/>
                <a:cs typeface="Arial" panose="020B0604020202020204" pitchFamily="34" charset="0"/>
              </a:rPr>
              <a:t>Un</a:t>
            </a:r>
            <a:r>
              <a:rPr lang="en-IN" sz="1200" i="1" dirty="0">
                <a:latin typeface="Arial" panose="020B0604020202020204" pitchFamily="34" charset="0"/>
                <a:cs typeface="Arial" panose="020B0604020202020204" pitchFamily="34" charset="0"/>
              </a:rPr>
              <a:t>Balanced Training Results (SBERT vs. BERT)</a:t>
            </a:r>
          </a:p>
        </p:txBody>
      </p:sp>
      <p:sp>
        <p:nvSpPr>
          <p:cNvPr id="2" name="Rectangle 1"/>
          <p:cNvSpPr/>
          <p:nvPr/>
        </p:nvSpPr>
        <p:spPr>
          <a:xfrm>
            <a:off x="3857105" y="2094808"/>
            <a:ext cx="315884" cy="12469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5810596" y="2094808"/>
            <a:ext cx="315884" cy="12469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7747462" y="2094808"/>
            <a:ext cx="324196" cy="12469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9709265" y="2094808"/>
            <a:ext cx="365760" cy="1828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7747471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0E1C-8A46-433F-AE1C-9A9F74FF8189}"/>
              </a:ext>
            </a:extLst>
          </p:cNvPr>
          <p:cNvSpPr>
            <a:spLocks noGrp="1"/>
          </p:cNvSpPr>
          <p:nvPr>
            <p:ph type="title"/>
          </p:nvPr>
        </p:nvSpPr>
        <p:spPr>
          <a:xfrm>
            <a:off x="409575" y="172720"/>
            <a:ext cx="10944225" cy="941439"/>
          </a:xfrm>
          <a:noFill/>
          <a:ln>
            <a:noFill/>
          </a:ln>
        </p:spPr>
        <p:txBody>
          <a:bodyPr spcFirstLastPara="1" vert="horz" wrap="square" lIns="91425" tIns="45700" rIns="91425" bIns="45700" rtlCol="0" anchor="ctr" anchorCtr="0">
            <a:normAutofit/>
          </a:bodyPr>
          <a:lstStyle/>
          <a:p>
            <a:pPr>
              <a:spcBef>
                <a:spcPts val="0"/>
              </a:spcBef>
              <a:buClr>
                <a:srgbClr val="003154"/>
              </a:buClr>
              <a:buSzPts val="3600"/>
            </a:pPr>
            <a:r>
              <a:rPr lang="en-US" sz="2800" b="1" dirty="0">
                <a:latin typeface="Times New Roman"/>
                <a:cs typeface="Times New Roman"/>
                <a:sym typeface="Times New Roman"/>
              </a:rPr>
              <a:t>Objective 4 </a:t>
            </a:r>
            <a:r>
              <a:rPr lang="en-US" sz="2800" b="1" dirty="0" smtClean="0">
                <a:latin typeface="Times New Roman"/>
                <a:cs typeface="Times New Roman"/>
                <a:sym typeface="Times New Roman"/>
              </a:rPr>
              <a:t>: Automation Tool  : </a:t>
            </a:r>
            <a:r>
              <a:rPr lang="en-US" sz="2800" b="1" dirty="0" err="1" smtClean="0">
                <a:latin typeface="Times New Roman"/>
                <a:cs typeface="Times New Roman"/>
                <a:sym typeface="Times New Roman"/>
              </a:rPr>
              <a:t>SDPTool</a:t>
            </a:r>
            <a:r>
              <a:rPr lang="en-US" sz="2800" b="1" dirty="0" smtClean="0">
                <a:latin typeface="Times New Roman"/>
                <a:cs typeface="Times New Roman"/>
                <a:sym typeface="Times New Roman"/>
              </a:rPr>
              <a:t> User Interaction ( </a:t>
            </a:r>
            <a:r>
              <a:rPr lang="en-US" sz="2800" b="1" dirty="0" smtClean="0">
                <a:solidFill>
                  <a:srgbClr val="FF0000"/>
                </a:solidFill>
                <a:latin typeface="Times New Roman"/>
                <a:cs typeface="Times New Roman"/>
                <a:sym typeface="Times New Roman"/>
              </a:rPr>
              <a:t>Review Question</a:t>
            </a:r>
            <a:r>
              <a:rPr lang="en-US" sz="2800" b="1" dirty="0" smtClean="0">
                <a:latin typeface="Times New Roman"/>
                <a:cs typeface="Times New Roman"/>
                <a:sym typeface="Times New Roman"/>
              </a:rPr>
              <a:t>)</a:t>
            </a:r>
            <a:endParaRPr lang="en-IN" sz="2800" b="1" dirty="0">
              <a:latin typeface="Times New Roman"/>
              <a:cs typeface="Times New Roman"/>
            </a:endParaRPr>
          </a:p>
        </p:txBody>
      </p:sp>
      <p:sp>
        <p:nvSpPr>
          <p:cNvPr id="4" name="Date Placeholder 3">
            <a:extLst>
              <a:ext uri="{FF2B5EF4-FFF2-40B4-BE49-F238E27FC236}">
                <a16:creationId xmlns:a16="http://schemas.microsoft.com/office/drawing/2014/main" id="{7B89929D-BE78-4925-AD58-6B7872B5579E}"/>
              </a:ext>
            </a:extLst>
          </p:cNvPr>
          <p:cNvSpPr>
            <a:spLocks noGrp="1"/>
          </p:cNvSpPr>
          <p:nvPr>
            <p:ph type="dt" sz="half" idx="10"/>
          </p:nvPr>
        </p:nvSpPr>
        <p:spPr/>
        <p:txBody>
          <a:bodyPr/>
          <a:lstStyle/>
          <a:p>
            <a:fld id="{DFAC5D8A-A696-4731-860F-8079010DAC56}" type="datetime1">
              <a:rPr lang="en-US" smtClean="0"/>
              <a:t>12/6/2025</a:t>
            </a:fld>
            <a:endParaRPr lang="en-US" dirty="0"/>
          </a:p>
        </p:txBody>
      </p:sp>
      <p:sp>
        <p:nvSpPr>
          <p:cNvPr id="5" name="Slide Number Placeholder 4">
            <a:extLst>
              <a:ext uri="{FF2B5EF4-FFF2-40B4-BE49-F238E27FC236}">
                <a16:creationId xmlns:a16="http://schemas.microsoft.com/office/drawing/2014/main" id="{A4058710-542B-4194-8B62-4585A0224DA9}"/>
              </a:ext>
            </a:extLst>
          </p:cNvPr>
          <p:cNvSpPr>
            <a:spLocks noGrp="1"/>
          </p:cNvSpPr>
          <p:nvPr>
            <p:ph type="sldNum" sz="quarter" idx="12"/>
          </p:nvPr>
        </p:nvSpPr>
        <p:spPr/>
        <p:txBody>
          <a:bodyPr/>
          <a:lstStyle/>
          <a:p>
            <a:fld id="{00000000-1234-1234-1234-123412341234}" type="slidenum">
              <a:rPr lang="en-US" smtClean="0"/>
              <a:pPr/>
              <a:t>51</a:t>
            </a:fld>
            <a:endParaRPr lang="en-US" dirty="0"/>
          </a:p>
        </p:txBody>
      </p:sp>
      <p:sp>
        <p:nvSpPr>
          <p:cNvPr id="7" name="Rectangle 1"/>
          <p:cNvSpPr>
            <a:spLocks noChangeArrowheads="1"/>
          </p:cNvSpPr>
          <p:nvPr/>
        </p:nvSpPr>
        <p:spPr bwMode="auto">
          <a:xfrm>
            <a:off x="4017645" y="5894457"/>
            <a:ext cx="31970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31.</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err="1">
                <a:ln>
                  <a:noFill/>
                </a:ln>
                <a:solidFill>
                  <a:schemeClr val="tx1"/>
                </a:solidFill>
                <a:effectLst/>
                <a:latin typeface="Arial" panose="020B0604020202020204" pitchFamily="34" charset="0"/>
              </a:rPr>
              <a:t>SDPTool</a:t>
            </a:r>
            <a:r>
              <a:rPr kumimoji="0" lang="en-US" altLang="en-US" sz="1200" b="0" i="1" u="none" strike="noStrike" cap="none" normalizeH="0" baseline="0" dirty="0">
                <a:ln>
                  <a:noFill/>
                </a:ln>
                <a:solidFill>
                  <a:schemeClr val="tx1"/>
                </a:solidFill>
                <a:effectLst/>
                <a:latin typeface="Arial" panose="020B0604020202020204" pitchFamily="34" charset="0"/>
              </a:rPr>
              <a:t> </a:t>
            </a:r>
            <a:r>
              <a:rPr kumimoji="0" lang="en-US" altLang="en-US" sz="1200" b="0" i="1" u="none" strike="noStrike" cap="none" normalizeH="0" baseline="0" dirty="0" smtClean="0">
                <a:ln>
                  <a:noFill/>
                </a:ln>
                <a:solidFill>
                  <a:schemeClr val="tx1"/>
                </a:solidFill>
                <a:effectLst/>
                <a:latin typeface="Arial" panose="020B0604020202020204" pitchFamily="34" charset="0"/>
              </a:rPr>
              <a:t>GUI based tool - Workflow</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1127329" y="1489542"/>
            <a:ext cx="9937341" cy="3878916"/>
          </a:xfrm>
          <a:prstGeom prst="rect">
            <a:avLst/>
          </a:prstGeom>
        </p:spPr>
      </p:pic>
    </p:spTree>
    <p:extLst>
      <p:ext uri="{BB962C8B-B14F-4D97-AF65-F5344CB8AC3E}">
        <p14:creationId xmlns:p14="http://schemas.microsoft.com/office/powerpoint/2010/main" val="13507893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0E1C-8A46-433F-AE1C-9A9F74FF8189}"/>
              </a:ext>
            </a:extLst>
          </p:cNvPr>
          <p:cNvSpPr>
            <a:spLocks noGrp="1"/>
          </p:cNvSpPr>
          <p:nvPr>
            <p:ph type="title"/>
          </p:nvPr>
        </p:nvSpPr>
        <p:spPr>
          <a:xfrm>
            <a:off x="614680" y="172720"/>
            <a:ext cx="10739120" cy="941439"/>
          </a:xfrm>
          <a:noFill/>
          <a:ln>
            <a:noFill/>
          </a:ln>
        </p:spPr>
        <p:txBody>
          <a:bodyPr spcFirstLastPara="1" vert="horz" wrap="square" lIns="91425" tIns="45700" rIns="91425" bIns="45700" rtlCol="0" anchor="ctr" anchorCtr="0">
            <a:normAutofit/>
          </a:bodyPr>
          <a:lstStyle/>
          <a:p>
            <a:pPr>
              <a:spcBef>
                <a:spcPts val="0"/>
              </a:spcBef>
              <a:buClr>
                <a:srgbClr val="003154"/>
              </a:buClr>
              <a:buSzPts val="3600"/>
            </a:pPr>
            <a:r>
              <a:rPr lang="en-US" sz="2800" b="1" dirty="0">
                <a:latin typeface="Times New Roman"/>
                <a:cs typeface="Times New Roman"/>
                <a:sym typeface="Times New Roman"/>
              </a:rPr>
              <a:t>Objective 4 : </a:t>
            </a:r>
            <a:r>
              <a:rPr lang="en-US" sz="2800" b="1" dirty="0" smtClean="0">
                <a:latin typeface="Times New Roman"/>
                <a:cs typeface="Times New Roman"/>
                <a:sym typeface="Times New Roman"/>
              </a:rPr>
              <a:t>End to End Automation Tool for </a:t>
            </a:r>
            <a:r>
              <a:rPr lang="en-US" sz="2800" b="1" dirty="0" err="1" smtClean="0">
                <a:latin typeface="Times New Roman"/>
                <a:cs typeface="Times New Roman"/>
                <a:sym typeface="Times New Roman"/>
              </a:rPr>
              <a:t>Multilabel</a:t>
            </a:r>
            <a:r>
              <a:rPr lang="en-US" sz="2800" b="1" dirty="0" smtClean="0">
                <a:latin typeface="Times New Roman"/>
                <a:cs typeface="Times New Roman"/>
                <a:sym typeface="Times New Roman"/>
              </a:rPr>
              <a:t> and Multiclass Predictions - Configuration</a:t>
            </a:r>
            <a:endParaRPr lang="en-IN" sz="2800" b="1" dirty="0">
              <a:latin typeface="Times New Roman"/>
              <a:cs typeface="Times New Roman"/>
            </a:endParaRPr>
          </a:p>
        </p:txBody>
      </p:sp>
      <p:sp>
        <p:nvSpPr>
          <p:cNvPr id="4" name="Date Placeholder 3">
            <a:extLst>
              <a:ext uri="{FF2B5EF4-FFF2-40B4-BE49-F238E27FC236}">
                <a16:creationId xmlns:a16="http://schemas.microsoft.com/office/drawing/2014/main" id="{7B89929D-BE78-4925-AD58-6B7872B5579E}"/>
              </a:ext>
            </a:extLst>
          </p:cNvPr>
          <p:cNvSpPr>
            <a:spLocks noGrp="1"/>
          </p:cNvSpPr>
          <p:nvPr>
            <p:ph type="dt" sz="half" idx="10"/>
          </p:nvPr>
        </p:nvSpPr>
        <p:spPr/>
        <p:txBody>
          <a:bodyPr/>
          <a:lstStyle/>
          <a:p>
            <a:fld id="{DFAC5D8A-A696-4731-860F-8079010DAC56}" type="datetime1">
              <a:rPr lang="en-US" smtClean="0"/>
              <a:t>12/6/2025</a:t>
            </a:fld>
            <a:endParaRPr lang="en-US" dirty="0"/>
          </a:p>
        </p:txBody>
      </p:sp>
      <p:sp>
        <p:nvSpPr>
          <p:cNvPr id="5" name="Slide Number Placeholder 4">
            <a:extLst>
              <a:ext uri="{FF2B5EF4-FFF2-40B4-BE49-F238E27FC236}">
                <a16:creationId xmlns:a16="http://schemas.microsoft.com/office/drawing/2014/main" id="{A4058710-542B-4194-8B62-4585A0224DA9}"/>
              </a:ext>
            </a:extLst>
          </p:cNvPr>
          <p:cNvSpPr>
            <a:spLocks noGrp="1"/>
          </p:cNvSpPr>
          <p:nvPr>
            <p:ph type="sldNum" sz="quarter" idx="12"/>
          </p:nvPr>
        </p:nvSpPr>
        <p:spPr/>
        <p:txBody>
          <a:bodyPr/>
          <a:lstStyle/>
          <a:p>
            <a:fld id="{00000000-1234-1234-1234-123412341234}" type="slidenum">
              <a:rPr lang="en-US" smtClean="0"/>
              <a:pPr/>
              <a:t>52</a:t>
            </a:fld>
            <a:endParaRPr lang="en-US" dirty="0"/>
          </a:p>
        </p:txBody>
      </p:sp>
      <p:sp>
        <p:nvSpPr>
          <p:cNvPr id="7" name="Rectangle 1"/>
          <p:cNvSpPr>
            <a:spLocks noChangeArrowheads="1"/>
          </p:cNvSpPr>
          <p:nvPr/>
        </p:nvSpPr>
        <p:spPr bwMode="auto">
          <a:xfrm>
            <a:off x="731520" y="5906863"/>
            <a:ext cx="1131604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32.</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err="1">
                <a:ln>
                  <a:noFill/>
                </a:ln>
                <a:solidFill>
                  <a:schemeClr val="tx1"/>
                </a:solidFill>
                <a:effectLst/>
                <a:latin typeface="Arial" panose="020B0604020202020204" pitchFamily="34" charset="0"/>
              </a:rPr>
              <a:t>SDPTool</a:t>
            </a:r>
            <a:r>
              <a:rPr kumimoji="0" lang="en-US" altLang="en-US" sz="1200" b="0" i="1" u="none" strike="noStrike" cap="none" normalizeH="0" baseline="0" dirty="0">
                <a:ln>
                  <a:noFill/>
                </a:ln>
                <a:solidFill>
                  <a:schemeClr val="tx1"/>
                </a:solidFill>
                <a:effectLst/>
                <a:latin typeface="Arial" panose="020B0604020202020204" pitchFamily="34" charset="0"/>
              </a:rPr>
              <a:t> GUI developed using Java Swing with a SQLite–Python backend, enables configuration, GitHub access, and export of defect datasets to CSV.</a:t>
            </a:r>
          </a:p>
        </p:txBody>
      </p:sp>
      <p:pic>
        <p:nvPicPr>
          <p:cNvPr id="13" name="Picture 12"/>
          <p:cNvPicPr>
            <a:picLocks noChangeAspect="1"/>
          </p:cNvPicPr>
          <p:nvPr/>
        </p:nvPicPr>
        <p:blipFill>
          <a:blip r:embed="rId3"/>
          <a:stretch>
            <a:fillRect/>
          </a:stretch>
        </p:blipFill>
        <p:spPr>
          <a:xfrm>
            <a:off x="3956062" y="1353322"/>
            <a:ext cx="6720840" cy="3790241"/>
          </a:xfrm>
          <a:prstGeom prst="rect">
            <a:avLst/>
          </a:prstGeom>
        </p:spPr>
      </p:pic>
      <p:pic>
        <p:nvPicPr>
          <p:cNvPr id="14" name="Picture 13"/>
          <p:cNvPicPr>
            <a:picLocks noChangeAspect="1"/>
          </p:cNvPicPr>
          <p:nvPr/>
        </p:nvPicPr>
        <p:blipFill>
          <a:blip r:embed="rId4"/>
          <a:stretch>
            <a:fillRect/>
          </a:stretch>
        </p:blipFill>
        <p:spPr>
          <a:xfrm>
            <a:off x="731520" y="1877459"/>
            <a:ext cx="3019746" cy="1723253"/>
          </a:xfrm>
          <a:prstGeom prst="rect">
            <a:avLst/>
          </a:prstGeom>
        </p:spPr>
      </p:pic>
    </p:spTree>
    <p:extLst>
      <p:ext uri="{BB962C8B-B14F-4D97-AF65-F5344CB8AC3E}">
        <p14:creationId xmlns:p14="http://schemas.microsoft.com/office/powerpoint/2010/main" val="383289135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AFFF246-DD6F-402A-B8B8-3456CA80BA11}"/>
              </a:ext>
            </a:extLst>
          </p:cNvPr>
          <p:cNvSpPr>
            <a:spLocks noGrp="1"/>
          </p:cNvSpPr>
          <p:nvPr>
            <p:ph type="dt" sz="half" idx="10"/>
          </p:nvPr>
        </p:nvSpPr>
        <p:spPr/>
        <p:txBody>
          <a:bodyPr/>
          <a:lstStyle/>
          <a:p>
            <a:fld id="{8AEF263F-16FD-4977-A37A-98D859F54BC6}" type="datetime1">
              <a:rPr lang="en-US" smtClean="0"/>
              <a:t>12/6/2025</a:t>
            </a:fld>
            <a:endParaRPr lang="en-US" dirty="0"/>
          </a:p>
        </p:txBody>
      </p:sp>
      <p:sp>
        <p:nvSpPr>
          <p:cNvPr id="5" name="Slide Number Placeholder 4">
            <a:extLst>
              <a:ext uri="{FF2B5EF4-FFF2-40B4-BE49-F238E27FC236}">
                <a16:creationId xmlns:a16="http://schemas.microsoft.com/office/drawing/2014/main" id="{62C89AC7-CB9B-43CC-9787-B9A6218E4C88}"/>
              </a:ext>
            </a:extLst>
          </p:cNvPr>
          <p:cNvSpPr>
            <a:spLocks noGrp="1"/>
          </p:cNvSpPr>
          <p:nvPr>
            <p:ph type="sldNum" sz="quarter" idx="12"/>
          </p:nvPr>
        </p:nvSpPr>
        <p:spPr/>
        <p:txBody>
          <a:bodyPr/>
          <a:lstStyle/>
          <a:p>
            <a:fld id="{00000000-1234-1234-1234-123412341234}" type="slidenum">
              <a:rPr lang="en-US" smtClean="0"/>
              <a:pPr/>
              <a:t>53</a:t>
            </a:fld>
            <a:endParaRPr lang="en-US" dirty="0"/>
          </a:p>
        </p:txBody>
      </p:sp>
      <p:sp>
        <p:nvSpPr>
          <p:cNvPr id="9" name="Title 1">
            <a:extLst>
              <a:ext uri="{FF2B5EF4-FFF2-40B4-BE49-F238E27FC236}">
                <a16:creationId xmlns:a16="http://schemas.microsoft.com/office/drawing/2014/main" id="{C0840E1C-8A46-433F-AE1C-9A9F74FF8189}"/>
              </a:ext>
            </a:extLst>
          </p:cNvPr>
          <p:cNvSpPr>
            <a:spLocks noGrp="1"/>
          </p:cNvSpPr>
          <p:nvPr>
            <p:ph type="title"/>
          </p:nvPr>
        </p:nvSpPr>
        <p:spPr>
          <a:xfrm>
            <a:off x="966496" y="258391"/>
            <a:ext cx="10515600" cy="799354"/>
          </a:xfrm>
          <a:noFill/>
          <a:ln>
            <a:noFill/>
          </a:ln>
        </p:spPr>
        <p:txBody>
          <a:bodyPr spcFirstLastPara="1" vert="horz" wrap="square" lIns="91425" tIns="45700" rIns="91425" bIns="45700" rtlCol="0" anchor="ctr" anchorCtr="0">
            <a:noAutofit/>
          </a:bodyPr>
          <a:lstStyle/>
          <a:p>
            <a:pPr>
              <a:spcBef>
                <a:spcPts val="0"/>
              </a:spcBef>
              <a:buClr>
                <a:srgbClr val="003154"/>
              </a:buClr>
              <a:buSzPts val="3600"/>
            </a:pPr>
            <a:r>
              <a:rPr lang="en-US" sz="2800" b="1" dirty="0">
                <a:latin typeface="Times New Roman"/>
                <a:cs typeface="Times New Roman"/>
                <a:sym typeface="Times New Roman"/>
              </a:rPr>
              <a:t>Objective 4 : End to End Automation Tool for </a:t>
            </a:r>
            <a:r>
              <a:rPr lang="en-US" sz="2800" b="1" dirty="0" err="1">
                <a:latin typeface="Times New Roman"/>
                <a:cs typeface="Times New Roman"/>
                <a:sym typeface="Times New Roman"/>
              </a:rPr>
              <a:t>Multilabel</a:t>
            </a:r>
            <a:r>
              <a:rPr lang="en-US" sz="2800" b="1" dirty="0">
                <a:latin typeface="Times New Roman"/>
                <a:cs typeface="Times New Roman"/>
                <a:sym typeface="Times New Roman"/>
              </a:rPr>
              <a:t> and Multiclass Predictions - </a:t>
            </a:r>
            <a:r>
              <a:rPr lang="en-US" sz="2800" b="1" dirty="0" smtClean="0">
                <a:latin typeface="Times New Roman"/>
                <a:cs typeface="Times New Roman"/>
                <a:sym typeface="Times New Roman"/>
              </a:rPr>
              <a:t>Preprocessing</a:t>
            </a:r>
            <a:endParaRPr lang="en-IN" sz="2800" b="1" dirty="0">
              <a:latin typeface="Times New Roman"/>
              <a:cs typeface="Times New Roman"/>
            </a:endParaRPr>
          </a:p>
        </p:txBody>
      </p:sp>
      <p:sp>
        <p:nvSpPr>
          <p:cNvPr id="6" name="Rectangle 1"/>
          <p:cNvSpPr>
            <a:spLocks noChangeArrowheads="1"/>
          </p:cNvSpPr>
          <p:nvPr/>
        </p:nvSpPr>
        <p:spPr bwMode="auto">
          <a:xfrm>
            <a:off x="594360" y="5755084"/>
            <a:ext cx="105375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33.</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The preprocessing module initiates stop-word removal, normalization, and data validation steps, with progress visually tracked via a status bar.</a:t>
            </a:r>
          </a:p>
        </p:txBody>
      </p:sp>
      <p:pic>
        <p:nvPicPr>
          <p:cNvPr id="7" name="Picture 6"/>
          <p:cNvPicPr>
            <a:picLocks noChangeAspect="1"/>
          </p:cNvPicPr>
          <p:nvPr/>
        </p:nvPicPr>
        <p:blipFill>
          <a:blip r:embed="rId3"/>
          <a:stretch>
            <a:fillRect/>
          </a:stretch>
        </p:blipFill>
        <p:spPr>
          <a:xfrm>
            <a:off x="2503833" y="1147503"/>
            <a:ext cx="7136102" cy="3916558"/>
          </a:xfrm>
          <a:prstGeom prst="rect">
            <a:avLst/>
          </a:prstGeom>
        </p:spPr>
      </p:pic>
    </p:spTree>
    <p:extLst>
      <p:ext uri="{BB962C8B-B14F-4D97-AF65-F5344CB8AC3E}">
        <p14:creationId xmlns:p14="http://schemas.microsoft.com/office/powerpoint/2010/main" val="376697101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AFFF246-DD6F-402A-B8B8-3456CA80BA11}"/>
              </a:ext>
            </a:extLst>
          </p:cNvPr>
          <p:cNvSpPr>
            <a:spLocks noGrp="1"/>
          </p:cNvSpPr>
          <p:nvPr>
            <p:ph type="dt" sz="half" idx="10"/>
          </p:nvPr>
        </p:nvSpPr>
        <p:spPr/>
        <p:txBody>
          <a:bodyPr/>
          <a:lstStyle/>
          <a:p>
            <a:fld id="{8AEF263F-16FD-4977-A37A-98D859F54BC6}" type="datetime1">
              <a:rPr lang="en-US" smtClean="0"/>
              <a:t>12/6/2025</a:t>
            </a:fld>
            <a:endParaRPr lang="en-US" dirty="0"/>
          </a:p>
        </p:txBody>
      </p:sp>
      <p:sp>
        <p:nvSpPr>
          <p:cNvPr id="5" name="Slide Number Placeholder 4">
            <a:extLst>
              <a:ext uri="{FF2B5EF4-FFF2-40B4-BE49-F238E27FC236}">
                <a16:creationId xmlns:a16="http://schemas.microsoft.com/office/drawing/2014/main" id="{62C89AC7-CB9B-43CC-9787-B9A6218E4C88}"/>
              </a:ext>
            </a:extLst>
          </p:cNvPr>
          <p:cNvSpPr>
            <a:spLocks noGrp="1"/>
          </p:cNvSpPr>
          <p:nvPr>
            <p:ph type="sldNum" sz="quarter" idx="12"/>
          </p:nvPr>
        </p:nvSpPr>
        <p:spPr/>
        <p:txBody>
          <a:bodyPr/>
          <a:lstStyle/>
          <a:p>
            <a:fld id="{00000000-1234-1234-1234-123412341234}" type="slidenum">
              <a:rPr lang="en-US" smtClean="0"/>
              <a:pPr/>
              <a:t>54</a:t>
            </a:fld>
            <a:endParaRPr lang="en-US" dirty="0"/>
          </a:p>
        </p:txBody>
      </p:sp>
      <p:sp>
        <p:nvSpPr>
          <p:cNvPr id="9" name="Title 1">
            <a:extLst>
              <a:ext uri="{FF2B5EF4-FFF2-40B4-BE49-F238E27FC236}">
                <a16:creationId xmlns:a16="http://schemas.microsoft.com/office/drawing/2014/main" id="{C0840E1C-8A46-433F-AE1C-9A9F74FF8189}"/>
              </a:ext>
            </a:extLst>
          </p:cNvPr>
          <p:cNvSpPr>
            <a:spLocks noGrp="1"/>
          </p:cNvSpPr>
          <p:nvPr>
            <p:ph type="title"/>
          </p:nvPr>
        </p:nvSpPr>
        <p:spPr>
          <a:xfrm>
            <a:off x="1027456" y="53886"/>
            <a:ext cx="10515600" cy="799354"/>
          </a:xfrm>
          <a:noFill/>
          <a:ln>
            <a:noFill/>
          </a:ln>
        </p:spPr>
        <p:txBody>
          <a:bodyPr spcFirstLastPara="1" vert="horz" wrap="square" lIns="91425" tIns="45700" rIns="91425" bIns="45700" rtlCol="0" anchor="ctr" anchorCtr="0">
            <a:noAutofit/>
          </a:bodyPr>
          <a:lstStyle/>
          <a:p>
            <a:pPr>
              <a:spcBef>
                <a:spcPts val="0"/>
              </a:spcBef>
              <a:buClr>
                <a:srgbClr val="003154"/>
              </a:buClr>
              <a:buSzPts val="3600"/>
            </a:pPr>
            <a:r>
              <a:rPr lang="en-US" sz="2800" b="1" dirty="0">
                <a:latin typeface="Times New Roman"/>
                <a:cs typeface="Times New Roman"/>
                <a:sym typeface="Times New Roman"/>
              </a:rPr>
              <a:t>Objective 4 : End to End Automation Tool for </a:t>
            </a:r>
            <a:r>
              <a:rPr lang="en-US" sz="2800" b="1" dirty="0" err="1">
                <a:latin typeface="Times New Roman"/>
                <a:cs typeface="Times New Roman"/>
                <a:sym typeface="Times New Roman"/>
              </a:rPr>
              <a:t>Multilabel</a:t>
            </a:r>
            <a:r>
              <a:rPr lang="en-US" sz="2800" b="1" dirty="0">
                <a:latin typeface="Times New Roman"/>
                <a:cs typeface="Times New Roman"/>
                <a:sym typeface="Times New Roman"/>
              </a:rPr>
              <a:t> and Multiclass Predictions </a:t>
            </a:r>
            <a:r>
              <a:rPr lang="en-US" sz="2800" b="1" dirty="0" smtClean="0">
                <a:latin typeface="Times New Roman"/>
                <a:cs typeface="Times New Roman"/>
                <a:sym typeface="Times New Roman"/>
              </a:rPr>
              <a:t>– Feature Engineering</a:t>
            </a:r>
            <a:endParaRPr lang="en-IN" sz="2800" b="1" dirty="0">
              <a:latin typeface="Times New Roman"/>
              <a:cs typeface="Times New Roman"/>
            </a:endParaRPr>
          </a:p>
        </p:txBody>
      </p:sp>
      <p:sp>
        <p:nvSpPr>
          <p:cNvPr id="6" name="Rectangle 1"/>
          <p:cNvSpPr>
            <a:spLocks noChangeArrowheads="1"/>
          </p:cNvSpPr>
          <p:nvPr/>
        </p:nvSpPr>
        <p:spPr bwMode="auto">
          <a:xfrm>
            <a:off x="2385060" y="5755084"/>
            <a:ext cx="41764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34.</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The </a:t>
            </a:r>
            <a:r>
              <a:rPr kumimoji="0" lang="en-US" altLang="en-US" sz="1200" b="0" i="1" u="none" strike="noStrike" cap="none" normalizeH="0" baseline="0" dirty="0" smtClean="0">
                <a:ln>
                  <a:noFill/>
                </a:ln>
                <a:solidFill>
                  <a:schemeClr val="tx1"/>
                </a:solidFill>
                <a:effectLst/>
                <a:latin typeface="Arial" panose="020B0604020202020204" pitchFamily="34" charset="0"/>
              </a:rPr>
              <a:t>Feature Engineering  module, Top K Features</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pic>
        <p:nvPicPr>
          <p:cNvPr id="2" name="Picture 1"/>
          <p:cNvPicPr>
            <a:picLocks noChangeAspect="1"/>
          </p:cNvPicPr>
          <p:nvPr/>
        </p:nvPicPr>
        <p:blipFill>
          <a:blip r:embed="rId3"/>
          <a:stretch>
            <a:fillRect/>
          </a:stretch>
        </p:blipFill>
        <p:spPr>
          <a:xfrm>
            <a:off x="2018348" y="1097695"/>
            <a:ext cx="7918132" cy="4333122"/>
          </a:xfrm>
          <a:prstGeom prst="rect">
            <a:avLst/>
          </a:prstGeom>
        </p:spPr>
      </p:pic>
    </p:spTree>
    <p:extLst>
      <p:ext uri="{BB962C8B-B14F-4D97-AF65-F5344CB8AC3E}">
        <p14:creationId xmlns:p14="http://schemas.microsoft.com/office/powerpoint/2010/main" val="36084800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AFFF246-DD6F-402A-B8B8-3456CA80BA11}"/>
              </a:ext>
            </a:extLst>
          </p:cNvPr>
          <p:cNvSpPr>
            <a:spLocks noGrp="1"/>
          </p:cNvSpPr>
          <p:nvPr>
            <p:ph type="dt" sz="half" idx="10"/>
          </p:nvPr>
        </p:nvSpPr>
        <p:spPr/>
        <p:txBody>
          <a:bodyPr/>
          <a:lstStyle/>
          <a:p>
            <a:fld id="{8AEF263F-16FD-4977-A37A-98D859F54BC6}" type="datetime1">
              <a:rPr lang="en-US" smtClean="0"/>
              <a:t>12/6/2025</a:t>
            </a:fld>
            <a:endParaRPr lang="en-US" dirty="0"/>
          </a:p>
        </p:txBody>
      </p:sp>
      <p:sp>
        <p:nvSpPr>
          <p:cNvPr id="5" name="Slide Number Placeholder 4">
            <a:extLst>
              <a:ext uri="{FF2B5EF4-FFF2-40B4-BE49-F238E27FC236}">
                <a16:creationId xmlns:a16="http://schemas.microsoft.com/office/drawing/2014/main" id="{62C89AC7-CB9B-43CC-9787-B9A6218E4C88}"/>
              </a:ext>
            </a:extLst>
          </p:cNvPr>
          <p:cNvSpPr>
            <a:spLocks noGrp="1"/>
          </p:cNvSpPr>
          <p:nvPr>
            <p:ph type="sldNum" sz="quarter" idx="12"/>
          </p:nvPr>
        </p:nvSpPr>
        <p:spPr/>
        <p:txBody>
          <a:bodyPr/>
          <a:lstStyle/>
          <a:p>
            <a:fld id="{00000000-1234-1234-1234-123412341234}" type="slidenum">
              <a:rPr lang="en-US" smtClean="0"/>
              <a:pPr/>
              <a:t>55</a:t>
            </a:fld>
            <a:endParaRPr lang="en-US" dirty="0"/>
          </a:p>
        </p:txBody>
      </p:sp>
      <p:sp>
        <p:nvSpPr>
          <p:cNvPr id="9" name="Title 1">
            <a:extLst>
              <a:ext uri="{FF2B5EF4-FFF2-40B4-BE49-F238E27FC236}">
                <a16:creationId xmlns:a16="http://schemas.microsoft.com/office/drawing/2014/main" id="{C0840E1C-8A46-433F-AE1C-9A9F74FF8189}"/>
              </a:ext>
            </a:extLst>
          </p:cNvPr>
          <p:cNvSpPr>
            <a:spLocks noGrp="1"/>
          </p:cNvSpPr>
          <p:nvPr>
            <p:ph type="title"/>
          </p:nvPr>
        </p:nvSpPr>
        <p:spPr>
          <a:xfrm>
            <a:off x="966496" y="258391"/>
            <a:ext cx="10515600" cy="799354"/>
          </a:xfrm>
          <a:noFill/>
          <a:ln>
            <a:noFill/>
          </a:ln>
        </p:spPr>
        <p:txBody>
          <a:bodyPr spcFirstLastPara="1" vert="horz" wrap="square" lIns="91425" tIns="45700" rIns="91425" bIns="45700" rtlCol="0" anchor="ctr" anchorCtr="0">
            <a:noAutofit/>
          </a:bodyPr>
          <a:lstStyle/>
          <a:p>
            <a:pPr>
              <a:spcBef>
                <a:spcPts val="0"/>
              </a:spcBef>
              <a:buClr>
                <a:srgbClr val="003154"/>
              </a:buClr>
              <a:buSzPts val="3600"/>
            </a:pPr>
            <a:r>
              <a:rPr lang="en-US" sz="2800" b="1" dirty="0">
                <a:latin typeface="Times New Roman"/>
                <a:cs typeface="Times New Roman"/>
                <a:sym typeface="Times New Roman"/>
              </a:rPr>
              <a:t>Objective 4 : End to End Automation Tool for </a:t>
            </a:r>
            <a:r>
              <a:rPr lang="en-US" sz="2800" b="1" dirty="0" err="1">
                <a:latin typeface="Times New Roman"/>
                <a:cs typeface="Times New Roman"/>
                <a:sym typeface="Times New Roman"/>
              </a:rPr>
              <a:t>Multilabel</a:t>
            </a:r>
            <a:r>
              <a:rPr lang="en-US" sz="2800" b="1" dirty="0">
                <a:latin typeface="Times New Roman"/>
                <a:cs typeface="Times New Roman"/>
                <a:sym typeface="Times New Roman"/>
              </a:rPr>
              <a:t> and Multiclass Predictions </a:t>
            </a:r>
            <a:r>
              <a:rPr lang="en-US" sz="2800" b="1" dirty="0" smtClean="0">
                <a:latin typeface="Times New Roman"/>
                <a:cs typeface="Times New Roman"/>
                <a:sym typeface="Times New Roman"/>
              </a:rPr>
              <a:t>– AI Model selection</a:t>
            </a:r>
            <a:endParaRPr lang="en-IN" sz="2800" b="1" dirty="0">
              <a:latin typeface="Times New Roman"/>
              <a:cs typeface="Times New Roman"/>
            </a:endParaRPr>
          </a:p>
        </p:txBody>
      </p:sp>
      <p:sp>
        <p:nvSpPr>
          <p:cNvPr id="6" name="Rectangle 1"/>
          <p:cNvSpPr>
            <a:spLocks noChangeArrowheads="1"/>
          </p:cNvSpPr>
          <p:nvPr/>
        </p:nvSpPr>
        <p:spPr bwMode="auto">
          <a:xfrm>
            <a:off x="2209800" y="5917217"/>
            <a:ext cx="29457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35.</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The </a:t>
            </a:r>
            <a:r>
              <a:rPr kumimoji="0" lang="en-US" altLang="en-US" sz="1200" b="0" i="1" u="none" strike="noStrike" cap="none" normalizeH="0" baseline="0" dirty="0" smtClean="0">
                <a:ln>
                  <a:noFill/>
                </a:ln>
                <a:solidFill>
                  <a:schemeClr val="tx1"/>
                </a:solidFill>
                <a:effectLst/>
                <a:latin typeface="Arial" panose="020B0604020202020204" pitchFamily="34" charset="0"/>
              </a:rPr>
              <a:t>AI Model selection module</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pic>
        <p:nvPicPr>
          <p:cNvPr id="2" name="Picture 1"/>
          <p:cNvPicPr>
            <a:picLocks noChangeAspect="1"/>
          </p:cNvPicPr>
          <p:nvPr/>
        </p:nvPicPr>
        <p:blipFill>
          <a:blip r:embed="rId3"/>
          <a:stretch>
            <a:fillRect/>
          </a:stretch>
        </p:blipFill>
        <p:spPr>
          <a:xfrm>
            <a:off x="1600200" y="1183151"/>
            <a:ext cx="8812960" cy="4571933"/>
          </a:xfrm>
          <a:prstGeom prst="rect">
            <a:avLst/>
          </a:prstGeom>
        </p:spPr>
      </p:pic>
    </p:spTree>
    <p:extLst>
      <p:ext uri="{BB962C8B-B14F-4D97-AF65-F5344CB8AC3E}">
        <p14:creationId xmlns:p14="http://schemas.microsoft.com/office/powerpoint/2010/main" val="315835570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AFFF246-DD6F-402A-B8B8-3456CA80BA11}"/>
              </a:ext>
            </a:extLst>
          </p:cNvPr>
          <p:cNvSpPr>
            <a:spLocks noGrp="1"/>
          </p:cNvSpPr>
          <p:nvPr>
            <p:ph type="dt" sz="half" idx="10"/>
          </p:nvPr>
        </p:nvSpPr>
        <p:spPr/>
        <p:txBody>
          <a:bodyPr/>
          <a:lstStyle/>
          <a:p>
            <a:fld id="{8AEF263F-16FD-4977-A37A-98D859F54BC6}" type="datetime1">
              <a:rPr lang="en-US" smtClean="0"/>
              <a:t>12/6/2025</a:t>
            </a:fld>
            <a:endParaRPr lang="en-US" dirty="0"/>
          </a:p>
        </p:txBody>
      </p:sp>
      <p:sp>
        <p:nvSpPr>
          <p:cNvPr id="5" name="Slide Number Placeholder 4">
            <a:extLst>
              <a:ext uri="{FF2B5EF4-FFF2-40B4-BE49-F238E27FC236}">
                <a16:creationId xmlns:a16="http://schemas.microsoft.com/office/drawing/2014/main" id="{62C89AC7-CB9B-43CC-9787-B9A6218E4C88}"/>
              </a:ext>
            </a:extLst>
          </p:cNvPr>
          <p:cNvSpPr>
            <a:spLocks noGrp="1"/>
          </p:cNvSpPr>
          <p:nvPr>
            <p:ph type="sldNum" sz="quarter" idx="12"/>
          </p:nvPr>
        </p:nvSpPr>
        <p:spPr/>
        <p:txBody>
          <a:bodyPr/>
          <a:lstStyle/>
          <a:p>
            <a:fld id="{00000000-1234-1234-1234-123412341234}" type="slidenum">
              <a:rPr lang="en-US" smtClean="0"/>
              <a:pPr/>
              <a:t>56</a:t>
            </a:fld>
            <a:endParaRPr lang="en-US" dirty="0"/>
          </a:p>
        </p:txBody>
      </p:sp>
      <p:sp>
        <p:nvSpPr>
          <p:cNvPr id="9" name="Title 1">
            <a:extLst>
              <a:ext uri="{FF2B5EF4-FFF2-40B4-BE49-F238E27FC236}">
                <a16:creationId xmlns:a16="http://schemas.microsoft.com/office/drawing/2014/main" id="{C0840E1C-8A46-433F-AE1C-9A9F74FF8189}"/>
              </a:ext>
            </a:extLst>
          </p:cNvPr>
          <p:cNvSpPr>
            <a:spLocks noGrp="1"/>
          </p:cNvSpPr>
          <p:nvPr>
            <p:ph type="title"/>
          </p:nvPr>
        </p:nvSpPr>
        <p:spPr>
          <a:xfrm>
            <a:off x="966496" y="96258"/>
            <a:ext cx="10515600" cy="799354"/>
          </a:xfrm>
          <a:noFill/>
          <a:ln>
            <a:noFill/>
          </a:ln>
        </p:spPr>
        <p:txBody>
          <a:bodyPr spcFirstLastPara="1" vert="horz" wrap="square" lIns="91425" tIns="45700" rIns="91425" bIns="45700" rtlCol="0" anchor="ctr" anchorCtr="0">
            <a:noAutofit/>
          </a:bodyPr>
          <a:lstStyle/>
          <a:p>
            <a:pPr>
              <a:spcBef>
                <a:spcPts val="0"/>
              </a:spcBef>
              <a:buClr>
                <a:srgbClr val="003154"/>
              </a:buClr>
              <a:buSzPts val="3600"/>
            </a:pPr>
            <a:r>
              <a:rPr lang="en-US" sz="2800" b="1" dirty="0">
                <a:latin typeface="Times New Roman"/>
                <a:cs typeface="Times New Roman"/>
                <a:sym typeface="Times New Roman"/>
              </a:rPr>
              <a:t>Objective 4 : End to End Automation Tool for </a:t>
            </a:r>
            <a:r>
              <a:rPr lang="en-US" sz="2800" b="1" dirty="0" err="1">
                <a:latin typeface="Times New Roman"/>
                <a:cs typeface="Times New Roman"/>
                <a:sym typeface="Times New Roman"/>
              </a:rPr>
              <a:t>Multilabel</a:t>
            </a:r>
            <a:r>
              <a:rPr lang="en-US" sz="2800" b="1" dirty="0">
                <a:latin typeface="Times New Roman"/>
                <a:cs typeface="Times New Roman"/>
                <a:sym typeface="Times New Roman"/>
              </a:rPr>
              <a:t> and Multiclass Predictions </a:t>
            </a:r>
            <a:r>
              <a:rPr lang="en-US" sz="2800" b="1" dirty="0" smtClean="0">
                <a:latin typeface="Times New Roman"/>
                <a:cs typeface="Times New Roman"/>
                <a:sym typeface="Times New Roman"/>
              </a:rPr>
              <a:t>– Results Visualization  Control</a:t>
            </a:r>
            <a:endParaRPr lang="en-IN" sz="2800" b="1" dirty="0">
              <a:latin typeface="Times New Roman"/>
              <a:cs typeface="Times New Roman"/>
            </a:endParaRPr>
          </a:p>
        </p:txBody>
      </p:sp>
      <p:sp>
        <p:nvSpPr>
          <p:cNvPr id="6" name="Rectangle 1"/>
          <p:cNvSpPr>
            <a:spLocks noChangeArrowheads="1"/>
          </p:cNvSpPr>
          <p:nvPr/>
        </p:nvSpPr>
        <p:spPr bwMode="auto">
          <a:xfrm>
            <a:off x="2689860" y="5659650"/>
            <a:ext cx="43641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36.</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The </a:t>
            </a:r>
            <a:r>
              <a:rPr kumimoji="0" lang="en-US" altLang="en-US" sz="1200" b="0" i="1" u="none" strike="noStrike" cap="none" normalizeH="0" baseline="0" dirty="0" smtClean="0">
                <a:ln>
                  <a:noFill/>
                </a:ln>
                <a:solidFill>
                  <a:schemeClr val="tx1"/>
                </a:solidFill>
                <a:effectLst/>
                <a:latin typeface="Arial" panose="020B0604020202020204" pitchFamily="34" charset="0"/>
              </a:rPr>
              <a:t>Visualization module for graph, chart selections</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pic>
        <p:nvPicPr>
          <p:cNvPr id="3" name="Picture 2"/>
          <p:cNvPicPr>
            <a:picLocks noChangeAspect="1"/>
          </p:cNvPicPr>
          <p:nvPr/>
        </p:nvPicPr>
        <p:blipFill>
          <a:blip r:embed="rId3"/>
          <a:stretch>
            <a:fillRect/>
          </a:stretch>
        </p:blipFill>
        <p:spPr>
          <a:xfrm>
            <a:off x="2293620" y="1057745"/>
            <a:ext cx="7610474" cy="4182204"/>
          </a:xfrm>
          <a:prstGeom prst="rect">
            <a:avLst/>
          </a:prstGeom>
        </p:spPr>
      </p:pic>
    </p:spTree>
    <p:extLst>
      <p:ext uri="{BB962C8B-B14F-4D97-AF65-F5344CB8AC3E}">
        <p14:creationId xmlns:p14="http://schemas.microsoft.com/office/powerpoint/2010/main" val="182745934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AFFF246-DD6F-402A-B8B8-3456CA80BA11}"/>
              </a:ext>
            </a:extLst>
          </p:cNvPr>
          <p:cNvSpPr>
            <a:spLocks noGrp="1"/>
          </p:cNvSpPr>
          <p:nvPr>
            <p:ph type="dt" sz="half" idx="10"/>
          </p:nvPr>
        </p:nvSpPr>
        <p:spPr/>
        <p:txBody>
          <a:bodyPr/>
          <a:lstStyle/>
          <a:p>
            <a:fld id="{8AEF263F-16FD-4977-A37A-98D859F54BC6}" type="datetime1">
              <a:rPr lang="en-US" smtClean="0"/>
              <a:t>12/6/2025</a:t>
            </a:fld>
            <a:endParaRPr lang="en-US" dirty="0"/>
          </a:p>
        </p:txBody>
      </p:sp>
      <p:sp>
        <p:nvSpPr>
          <p:cNvPr id="5" name="Slide Number Placeholder 4">
            <a:extLst>
              <a:ext uri="{FF2B5EF4-FFF2-40B4-BE49-F238E27FC236}">
                <a16:creationId xmlns:a16="http://schemas.microsoft.com/office/drawing/2014/main" id="{62C89AC7-CB9B-43CC-9787-B9A6218E4C88}"/>
              </a:ext>
            </a:extLst>
          </p:cNvPr>
          <p:cNvSpPr>
            <a:spLocks noGrp="1"/>
          </p:cNvSpPr>
          <p:nvPr>
            <p:ph type="sldNum" sz="quarter" idx="12"/>
          </p:nvPr>
        </p:nvSpPr>
        <p:spPr/>
        <p:txBody>
          <a:bodyPr/>
          <a:lstStyle/>
          <a:p>
            <a:fld id="{00000000-1234-1234-1234-123412341234}" type="slidenum">
              <a:rPr lang="en-US" smtClean="0"/>
              <a:pPr/>
              <a:t>57</a:t>
            </a:fld>
            <a:endParaRPr lang="en-US" dirty="0"/>
          </a:p>
        </p:txBody>
      </p:sp>
      <p:sp>
        <p:nvSpPr>
          <p:cNvPr id="9" name="Title 1">
            <a:extLst>
              <a:ext uri="{FF2B5EF4-FFF2-40B4-BE49-F238E27FC236}">
                <a16:creationId xmlns:a16="http://schemas.microsoft.com/office/drawing/2014/main" id="{C0840E1C-8A46-433F-AE1C-9A9F74FF8189}"/>
              </a:ext>
            </a:extLst>
          </p:cNvPr>
          <p:cNvSpPr>
            <a:spLocks noGrp="1"/>
          </p:cNvSpPr>
          <p:nvPr>
            <p:ph type="title"/>
          </p:nvPr>
        </p:nvSpPr>
        <p:spPr>
          <a:xfrm>
            <a:off x="966496" y="258391"/>
            <a:ext cx="10515600" cy="799354"/>
          </a:xfrm>
          <a:noFill/>
          <a:ln>
            <a:noFill/>
          </a:ln>
        </p:spPr>
        <p:txBody>
          <a:bodyPr spcFirstLastPara="1" vert="horz" wrap="square" lIns="91425" tIns="45700" rIns="91425" bIns="45700" rtlCol="0" anchor="ctr" anchorCtr="0">
            <a:noAutofit/>
          </a:bodyPr>
          <a:lstStyle/>
          <a:p>
            <a:pPr>
              <a:spcBef>
                <a:spcPts val="0"/>
              </a:spcBef>
              <a:buClr>
                <a:srgbClr val="003154"/>
              </a:buClr>
              <a:buSzPts val="3600"/>
            </a:pPr>
            <a:r>
              <a:rPr lang="en-US" sz="2800" b="1" dirty="0">
                <a:latin typeface="Times New Roman"/>
                <a:cs typeface="Times New Roman"/>
                <a:sym typeface="Times New Roman"/>
              </a:rPr>
              <a:t>Objective 4 :End to End Automation Tool for </a:t>
            </a:r>
            <a:r>
              <a:rPr lang="en-US" sz="2800" b="1" dirty="0" err="1">
                <a:latin typeface="Times New Roman"/>
                <a:cs typeface="Times New Roman"/>
                <a:sym typeface="Times New Roman"/>
              </a:rPr>
              <a:t>Multilabel</a:t>
            </a:r>
            <a:r>
              <a:rPr lang="en-US" sz="2800" b="1" dirty="0">
                <a:latin typeface="Times New Roman"/>
                <a:cs typeface="Times New Roman"/>
                <a:sym typeface="Times New Roman"/>
              </a:rPr>
              <a:t> and Multiclass Predictions – </a:t>
            </a:r>
            <a:r>
              <a:rPr lang="en-US" sz="2800" b="1" dirty="0" smtClean="0">
                <a:latin typeface="Times New Roman"/>
                <a:cs typeface="Times New Roman"/>
                <a:sym typeface="Times New Roman"/>
              </a:rPr>
              <a:t>Report generated by Tool</a:t>
            </a:r>
            <a:endParaRPr lang="en-IN" sz="2800" b="1" dirty="0">
              <a:latin typeface="Times New Roman"/>
              <a:cs typeface="Times New Roman"/>
            </a:endParaRPr>
          </a:p>
        </p:txBody>
      </p:sp>
      <p:sp>
        <p:nvSpPr>
          <p:cNvPr id="6" name="Rectangle 1"/>
          <p:cNvSpPr>
            <a:spLocks noChangeArrowheads="1"/>
          </p:cNvSpPr>
          <p:nvPr/>
        </p:nvSpPr>
        <p:spPr bwMode="auto">
          <a:xfrm>
            <a:off x="2628900" y="6013181"/>
            <a:ext cx="41043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37.</a:t>
            </a:r>
            <a:r>
              <a:rPr kumimoji="0" lang="en-US" altLang="en-US" sz="1200" b="0" i="1" u="none" strike="noStrike" cap="none" normalizeH="0" baseline="0" dirty="0" smtClean="0">
                <a:ln>
                  <a:noFill/>
                </a:ln>
                <a:solidFill>
                  <a:schemeClr val="tx1"/>
                </a:solidFill>
                <a:effectLst/>
                <a:latin typeface="Arial" panose="020B0604020202020204" pitchFamily="34" charset="0"/>
              </a:rPr>
              <a:t> </a:t>
            </a:r>
            <a:r>
              <a:rPr kumimoji="0" lang="en-US" altLang="en-US" sz="1200" b="0" i="1" u="none" strike="noStrike" cap="none" normalizeH="0" baseline="0" dirty="0">
                <a:ln>
                  <a:noFill/>
                </a:ln>
                <a:solidFill>
                  <a:schemeClr val="tx1"/>
                </a:solidFill>
                <a:effectLst/>
                <a:latin typeface="Arial" panose="020B0604020202020204" pitchFamily="34" charset="0"/>
              </a:rPr>
              <a:t>The </a:t>
            </a:r>
            <a:r>
              <a:rPr kumimoji="0" lang="en-US" altLang="en-US" sz="1200" b="0" i="1" u="none" strike="noStrike" cap="none" normalizeH="0" baseline="0" dirty="0" err="1" smtClean="0">
                <a:ln>
                  <a:noFill/>
                </a:ln>
                <a:solidFill>
                  <a:schemeClr val="tx1"/>
                </a:solidFill>
                <a:effectLst/>
                <a:latin typeface="Arial" panose="020B0604020202020204" pitchFamily="34" charset="0"/>
              </a:rPr>
              <a:t>Multilabel</a:t>
            </a:r>
            <a:r>
              <a:rPr kumimoji="0" lang="en-US" altLang="en-US" sz="1200" b="0" i="1" u="none" strike="noStrike" cap="none" normalizeH="0" baseline="0" dirty="0" smtClean="0">
                <a:ln>
                  <a:noFill/>
                </a:ln>
                <a:solidFill>
                  <a:schemeClr val="tx1"/>
                </a:solidFill>
                <a:effectLst/>
                <a:latin typeface="Arial" panose="020B0604020202020204" pitchFamily="34" charset="0"/>
              </a:rPr>
              <a:t> Report sample generated by Tool</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pic>
        <p:nvPicPr>
          <p:cNvPr id="2" name="Picture 1"/>
          <p:cNvPicPr>
            <a:picLocks noChangeAspect="1"/>
          </p:cNvPicPr>
          <p:nvPr/>
        </p:nvPicPr>
        <p:blipFill>
          <a:blip r:embed="rId3"/>
          <a:stretch>
            <a:fillRect/>
          </a:stretch>
        </p:blipFill>
        <p:spPr>
          <a:xfrm>
            <a:off x="2857500" y="1329639"/>
            <a:ext cx="6522720" cy="4550148"/>
          </a:xfrm>
          <a:prstGeom prst="rect">
            <a:avLst/>
          </a:prstGeom>
        </p:spPr>
      </p:pic>
    </p:spTree>
    <p:extLst>
      <p:ext uri="{BB962C8B-B14F-4D97-AF65-F5344CB8AC3E}">
        <p14:creationId xmlns:p14="http://schemas.microsoft.com/office/powerpoint/2010/main" val="418976590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AFFF246-DD6F-402A-B8B8-3456CA80BA11}"/>
              </a:ext>
            </a:extLst>
          </p:cNvPr>
          <p:cNvSpPr>
            <a:spLocks noGrp="1"/>
          </p:cNvSpPr>
          <p:nvPr>
            <p:ph type="dt" sz="half" idx="10"/>
          </p:nvPr>
        </p:nvSpPr>
        <p:spPr/>
        <p:txBody>
          <a:bodyPr/>
          <a:lstStyle/>
          <a:p>
            <a:fld id="{8AEF263F-16FD-4977-A37A-98D859F54BC6}" type="datetime1">
              <a:rPr lang="en-US" smtClean="0"/>
              <a:t>12/6/2025</a:t>
            </a:fld>
            <a:endParaRPr lang="en-US" dirty="0"/>
          </a:p>
        </p:txBody>
      </p:sp>
      <p:sp>
        <p:nvSpPr>
          <p:cNvPr id="5" name="Slide Number Placeholder 4">
            <a:extLst>
              <a:ext uri="{FF2B5EF4-FFF2-40B4-BE49-F238E27FC236}">
                <a16:creationId xmlns:a16="http://schemas.microsoft.com/office/drawing/2014/main" id="{62C89AC7-CB9B-43CC-9787-B9A6218E4C88}"/>
              </a:ext>
            </a:extLst>
          </p:cNvPr>
          <p:cNvSpPr>
            <a:spLocks noGrp="1"/>
          </p:cNvSpPr>
          <p:nvPr>
            <p:ph type="sldNum" sz="quarter" idx="12"/>
          </p:nvPr>
        </p:nvSpPr>
        <p:spPr/>
        <p:txBody>
          <a:bodyPr/>
          <a:lstStyle/>
          <a:p>
            <a:fld id="{00000000-1234-1234-1234-123412341234}" type="slidenum">
              <a:rPr lang="en-US" smtClean="0"/>
              <a:pPr/>
              <a:t>58</a:t>
            </a:fld>
            <a:endParaRPr lang="en-US" dirty="0"/>
          </a:p>
        </p:txBody>
      </p:sp>
      <p:sp>
        <p:nvSpPr>
          <p:cNvPr id="9" name="Title 1">
            <a:extLst>
              <a:ext uri="{FF2B5EF4-FFF2-40B4-BE49-F238E27FC236}">
                <a16:creationId xmlns:a16="http://schemas.microsoft.com/office/drawing/2014/main" id="{C0840E1C-8A46-433F-AE1C-9A9F74FF8189}"/>
              </a:ext>
            </a:extLst>
          </p:cNvPr>
          <p:cNvSpPr>
            <a:spLocks noGrp="1"/>
          </p:cNvSpPr>
          <p:nvPr>
            <p:ph type="title"/>
          </p:nvPr>
        </p:nvSpPr>
        <p:spPr>
          <a:xfrm>
            <a:off x="966496" y="52425"/>
            <a:ext cx="10515600" cy="617491"/>
          </a:xfrm>
          <a:noFill/>
          <a:ln>
            <a:noFill/>
          </a:ln>
        </p:spPr>
        <p:txBody>
          <a:bodyPr spcFirstLastPara="1" vert="horz" wrap="square" lIns="91425" tIns="45700" rIns="91425" bIns="45700" rtlCol="0" anchor="ctr" anchorCtr="0">
            <a:normAutofit fontScale="90000"/>
          </a:bodyPr>
          <a:lstStyle/>
          <a:p>
            <a:pPr>
              <a:spcBef>
                <a:spcPts val="0"/>
              </a:spcBef>
              <a:buClr>
                <a:srgbClr val="003154"/>
              </a:buClr>
              <a:buSzPts val="3600"/>
            </a:pPr>
            <a:r>
              <a:rPr lang="en-US" sz="2800" b="1" dirty="0">
                <a:latin typeface="Times New Roman"/>
                <a:cs typeface="Times New Roman"/>
                <a:sym typeface="Times New Roman"/>
              </a:rPr>
              <a:t>Objective 4 : </a:t>
            </a:r>
            <a:r>
              <a:rPr lang="en-US" sz="2800" b="1" dirty="0" smtClean="0">
                <a:latin typeface="Times New Roman"/>
                <a:cs typeface="Times New Roman"/>
                <a:sym typeface="Times New Roman"/>
              </a:rPr>
              <a:t>Integrating Tool to GitHub CI/CD Pipeline ( </a:t>
            </a:r>
            <a:r>
              <a:rPr lang="en-US" sz="2800" b="1" dirty="0" smtClean="0">
                <a:solidFill>
                  <a:srgbClr val="FF0000"/>
                </a:solidFill>
                <a:latin typeface="Times New Roman"/>
                <a:cs typeface="Times New Roman"/>
                <a:sym typeface="Times New Roman"/>
              </a:rPr>
              <a:t>Review Question</a:t>
            </a:r>
            <a:r>
              <a:rPr lang="en-US" sz="2800" b="1" dirty="0" smtClean="0">
                <a:latin typeface="Times New Roman"/>
                <a:cs typeface="Times New Roman"/>
                <a:sym typeface="Times New Roman"/>
              </a:rPr>
              <a:t>)</a:t>
            </a:r>
            <a:endParaRPr lang="en-IN" sz="2800" b="1" dirty="0">
              <a:latin typeface="Times New Roman"/>
              <a:cs typeface="Times New Roman"/>
            </a:endParaRPr>
          </a:p>
        </p:txBody>
      </p:sp>
      <p:sp>
        <p:nvSpPr>
          <p:cNvPr id="6" name="Rectangle 1"/>
          <p:cNvSpPr>
            <a:spLocks noChangeArrowheads="1"/>
          </p:cNvSpPr>
          <p:nvPr/>
        </p:nvSpPr>
        <p:spPr bwMode="auto">
          <a:xfrm>
            <a:off x="2895600" y="6256131"/>
            <a:ext cx="512223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Arial" panose="020B0604020202020204" pitchFamily="34" charset="0"/>
              </a:rPr>
              <a:t>Fig. </a:t>
            </a:r>
            <a:r>
              <a:rPr kumimoji="0" lang="en-US" altLang="en-US" sz="1200" b="1" i="1" u="none" strike="noStrike" cap="none" normalizeH="0" baseline="0" dirty="0" smtClean="0">
                <a:ln>
                  <a:noFill/>
                </a:ln>
                <a:solidFill>
                  <a:schemeClr val="tx1"/>
                </a:solidFill>
                <a:effectLst/>
                <a:latin typeface="Arial" panose="020B0604020202020204" pitchFamily="34" charset="0"/>
              </a:rPr>
              <a:t>38.</a:t>
            </a:r>
            <a:r>
              <a:rPr kumimoji="0" lang="en-US" altLang="en-US" sz="1200" b="0" i="1" u="none" strike="noStrike" cap="none" normalizeH="0" baseline="0" dirty="0" smtClean="0">
                <a:ln>
                  <a:noFill/>
                </a:ln>
                <a:solidFill>
                  <a:schemeClr val="tx1"/>
                </a:solidFill>
                <a:effectLst/>
                <a:latin typeface="Arial" panose="020B0604020202020204" pitchFamily="34" charset="0"/>
              </a:rPr>
              <a:t> Integration mechanism of </a:t>
            </a:r>
            <a:r>
              <a:rPr kumimoji="0" lang="en-US" altLang="en-US" sz="1200" b="0" i="1" u="none" strike="noStrike" cap="none" normalizeH="0" baseline="0" dirty="0" err="1" smtClean="0">
                <a:ln>
                  <a:noFill/>
                </a:ln>
                <a:solidFill>
                  <a:schemeClr val="tx1"/>
                </a:solidFill>
                <a:effectLst/>
                <a:latin typeface="Arial" panose="020B0604020202020204" pitchFamily="34" charset="0"/>
              </a:rPr>
              <a:t>SDPTool</a:t>
            </a:r>
            <a:r>
              <a:rPr kumimoji="0" lang="en-US" altLang="en-US" sz="1200" b="0" i="1" u="none" strike="noStrike" cap="none" normalizeH="0" baseline="0" dirty="0" smtClean="0">
                <a:ln>
                  <a:noFill/>
                </a:ln>
                <a:solidFill>
                  <a:schemeClr val="tx1"/>
                </a:solidFill>
                <a:effectLst/>
                <a:latin typeface="Arial" panose="020B0604020202020204" pitchFamily="34" charset="0"/>
              </a:rPr>
              <a:t> with CI/CD  GitHub pipeline</a:t>
            </a:r>
            <a:endParaRPr kumimoji="0" lang="en-US" altLang="en-US" sz="1200" b="0" i="1" u="none" strike="noStrike" cap="none" normalizeH="0" baseline="0" dirty="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3"/>
          <a:stretch>
            <a:fillRect/>
          </a:stretch>
        </p:blipFill>
        <p:spPr>
          <a:xfrm>
            <a:off x="4251454" y="2710758"/>
            <a:ext cx="4416322" cy="3396349"/>
          </a:xfrm>
          <a:prstGeom prst="rect">
            <a:avLst/>
          </a:prstGeom>
        </p:spPr>
      </p:pic>
      <p:pic>
        <p:nvPicPr>
          <p:cNvPr id="8" name="Picture 7"/>
          <p:cNvPicPr>
            <a:picLocks noChangeAspect="1"/>
          </p:cNvPicPr>
          <p:nvPr/>
        </p:nvPicPr>
        <p:blipFill>
          <a:blip r:embed="rId4"/>
          <a:stretch>
            <a:fillRect/>
          </a:stretch>
        </p:blipFill>
        <p:spPr>
          <a:xfrm>
            <a:off x="2517956" y="711409"/>
            <a:ext cx="7134122" cy="1930099"/>
          </a:xfrm>
          <a:prstGeom prst="rect">
            <a:avLst/>
          </a:prstGeom>
        </p:spPr>
      </p:pic>
    </p:spTree>
    <p:extLst>
      <p:ext uri="{BB962C8B-B14F-4D97-AF65-F5344CB8AC3E}">
        <p14:creationId xmlns:p14="http://schemas.microsoft.com/office/powerpoint/2010/main" val="316642592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D08D-9B09-471A-8BA6-EC8A3A8ECD93}"/>
              </a:ext>
            </a:extLst>
          </p:cNvPr>
          <p:cNvSpPr>
            <a:spLocks noGrp="1"/>
          </p:cNvSpPr>
          <p:nvPr>
            <p:ph type="title"/>
          </p:nvPr>
        </p:nvSpPr>
        <p:spPr>
          <a:xfrm>
            <a:off x="5066522" y="76280"/>
            <a:ext cx="2679501" cy="467434"/>
          </a:xfrm>
          <a:noFill/>
          <a:ln>
            <a:noFill/>
          </a:ln>
        </p:spPr>
        <p:txBody>
          <a:bodyPr spcFirstLastPara="1" vert="horz" wrap="square" lIns="91425" tIns="45700" rIns="91425" bIns="45700" rtlCol="0" anchor="ctr" anchorCtr="0">
            <a:normAutofit fontScale="90000"/>
          </a:bodyPr>
          <a:lstStyle/>
          <a:p>
            <a:pPr algn="ctr">
              <a:spcBef>
                <a:spcPts val="0"/>
              </a:spcBef>
              <a:buClr>
                <a:srgbClr val="012060"/>
              </a:buClr>
              <a:buSzPts val="4000"/>
              <a:buFont typeface="Times New Roman"/>
            </a:pPr>
            <a:r>
              <a:rPr lang="en-US" sz="2800" b="1" dirty="0">
                <a:latin typeface="Times New Roman" panose="02020603050405020304" pitchFamily="18" charset="0"/>
                <a:cs typeface="Times New Roman" panose="02020603050405020304" pitchFamily="18" charset="0"/>
              </a:rPr>
              <a:t>Conclusion</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A946204-3AE3-40DB-8611-8E3DCC0AC238}"/>
              </a:ext>
            </a:extLst>
          </p:cNvPr>
          <p:cNvSpPr>
            <a:spLocks noGrp="1"/>
          </p:cNvSpPr>
          <p:nvPr>
            <p:ph type="dt" sz="half" idx="10"/>
          </p:nvPr>
        </p:nvSpPr>
        <p:spPr/>
        <p:txBody>
          <a:bodyPr/>
          <a:lstStyle/>
          <a:p>
            <a:fld id="{A0AAE53A-6A73-43B4-8049-353C73211931}" type="datetime1">
              <a:rPr lang="en-US" smtClean="0"/>
              <a:t>12/6/2025</a:t>
            </a:fld>
            <a:endParaRPr lang="en-US" dirty="0"/>
          </a:p>
        </p:txBody>
      </p:sp>
      <p:sp>
        <p:nvSpPr>
          <p:cNvPr id="5" name="Slide Number Placeholder 4">
            <a:extLst>
              <a:ext uri="{FF2B5EF4-FFF2-40B4-BE49-F238E27FC236}">
                <a16:creationId xmlns:a16="http://schemas.microsoft.com/office/drawing/2014/main" id="{D4B621F9-0323-4211-8D98-1D4935725C42}"/>
              </a:ext>
            </a:extLst>
          </p:cNvPr>
          <p:cNvSpPr>
            <a:spLocks noGrp="1"/>
          </p:cNvSpPr>
          <p:nvPr>
            <p:ph type="sldNum" sz="quarter" idx="12"/>
          </p:nvPr>
        </p:nvSpPr>
        <p:spPr/>
        <p:txBody>
          <a:bodyPr/>
          <a:lstStyle/>
          <a:p>
            <a:fld id="{00000000-1234-1234-1234-123412341234}" type="slidenum">
              <a:rPr lang="en-US" smtClean="0"/>
              <a:pPr/>
              <a:t>59</a:t>
            </a:fld>
            <a:endParaRPr lang="en-US" dirty="0"/>
          </a:p>
        </p:txBody>
      </p:sp>
      <p:sp>
        <p:nvSpPr>
          <p:cNvPr id="8" name="Rectangle 7"/>
          <p:cNvSpPr/>
          <p:nvPr/>
        </p:nvSpPr>
        <p:spPr>
          <a:xfrm>
            <a:off x="3311502" y="6356350"/>
            <a:ext cx="4912326" cy="276999"/>
          </a:xfrm>
          <a:prstGeom prst="rect">
            <a:avLst/>
          </a:prstGeom>
        </p:spPr>
        <p:txBody>
          <a:bodyPr wrap="square">
            <a:spAutoFit/>
          </a:bodyPr>
          <a:lstStyle/>
          <a:p>
            <a:pPr lvl="0" eaLnBrk="0" fontAlgn="base" hangingPunct="0">
              <a:spcBef>
                <a:spcPct val="0"/>
              </a:spcBef>
              <a:spcAft>
                <a:spcPct val="0"/>
              </a:spcAft>
            </a:pPr>
            <a:r>
              <a:rPr lang="en-US" altLang="en-US" sz="1200" b="1" i="1" dirty="0">
                <a:latin typeface="Arial" panose="020B0604020202020204" pitchFamily="34" charset="0"/>
              </a:rPr>
              <a:t>Tab. </a:t>
            </a:r>
            <a:r>
              <a:rPr lang="en-US" altLang="en-US" sz="1200" b="1" i="1" dirty="0" smtClean="0">
                <a:latin typeface="Arial" panose="020B0604020202020204" pitchFamily="34" charset="0"/>
              </a:rPr>
              <a:t>14.</a:t>
            </a:r>
            <a:r>
              <a:rPr lang="en-US" altLang="en-US" sz="1200" i="1" dirty="0" smtClean="0">
                <a:latin typeface="Arial" panose="020B0604020202020204" pitchFamily="34" charset="0"/>
              </a:rPr>
              <a:t> </a:t>
            </a:r>
            <a:r>
              <a:rPr lang="en-US" altLang="en-US" sz="1200" i="1" dirty="0">
                <a:latin typeface="Arial" panose="020B0604020202020204" pitchFamily="34" charset="0"/>
              </a:rPr>
              <a:t>Conclusion - </a:t>
            </a:r>
            <a:r>
              <a:rPr lang="en-US" altLang="en-US" sz="1200" i="1" dirty="0" err="1">
                <a:latin typeface="Arial" panose="020B0604020202020204" pitchFamily="34" charset="0"/>
              </a:rPr>
              <a:t>Multilabel</a:t>
            </a:r>
            <a:r>
              <a:rPr lang="en-US" altLang="en-US" sz="1200" i="1" dirty="0">
                <a:latin typeface="Arial" panose="020B0604020202020204" pitchFamily="34" charset="0"/>
              </a:rPr>
              <a:t> &amp; Multiclass Classification</a:t>
            </a:r>
          </a:p>
        </p:txBody>
      </p:sp>
      <p:pic>
        <p:nvPicPr>
          <p:cNvPr id="14" name="Picture 13"/>
          <p:cNvPicPr>
            <a:picLocks noChangeAspect="1"/>
          </p:cNvPicPr>
          <p:nvPr/>
        </p:nvPicPr>
        <p:blipFill>
          <a:blip r:embed="rId3"/>
          <a:stretch>
            <a:fillRect/>
          </a:stretch>
        </p:blipFill>
        <p:spPr>
          <a:xfrm>
            <a:off x="2101362" y="480493"/>
            <a:ext cx="8243155" cy="5875858"/>
          </a:xfrm>
          <a:prstGeom prst="rect">
            <a:avLst/>
          </a:prstGeom>
        </p:spPr>
      </p:pic>
    </p:spTree>
    <p:extLst>
      <p:ext uri="{BB962C8B-B14F-4D97-AF65-F5344CB8AC3E}">
        <p14:creationId xmlns:p14="http://schemas.microsoft.com/office/powerpoint/2010/main" val="369232832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836" y="125222"/>
            <a:ext cx="11172544" cy="601209"/>
          </a:xfrm>
          <a:noFill/>
          <a:ln>
            <a:noFill/>
          </a:ln>
        </p:spPr>
        <p:txBody>
          <a:bodyPr spcFirstLastPara="1" vert="horz" wrap="square" lIns="91425" tIns="45700" rIns="91425" bIns="45700" rtlCol="0" anchor="ctr" anchorCtr="0">
            <a:normAutofit/>
          </a:bodyPr>
          <a:lstStyle/>
          <a:p>
            <a:pPr algn="ctr">
              <a:spcBef>
                <a:spcPts val="0"/>
              </a:spcBef>
              <a:buClr>
                <a:srgbClr val="012060"/>
              </a:buClr>
              <a:buSzPts val="4000"/>
              <a:buFont typeface="Times New Roman"/>
            </a:pPr>
            <a:r>
              <a:rPr lang="en-US" sz="2800" b="1" dirty="0" smtClean="0">
                <a:latin typeface="Times New Roman" panose="02020603050405020304" pitchFamily="18" charset="0"/>
                <a:cs typeface="Times New Roman" panose="02020603050405020304" pitchFamily="18" charset="0"/>
              </a:rPr>
              <a:t>Contributions </a:t>
            </a:r>
            <a:r>
              <a:rPr lang="en-US" sz="2800" b="1" dirty="0">
                <a:latin typeface="Times New Roman"/>
                <a:cs typeface="Times New Roman"/>
                <a:sym typeface="Times New Roman"/>
              </a:rPr>
              <a:t>( </a:t>
            </a:r>
            <a:r>
              <a:rPr lang="en-US" sz="2800" b="1" dirty="0">
                <a:solidFill>
                  <a:srgbClr val="FF0000"/>
                </a:solidFill>
                <a:latin typeface="Times New Roman"/>
                <a:cs typeface="Times New Roman"/>
                <a:sym typeface="Times New Roman"/>
              </a:rPr>
              <a:t>Review Question</a:t>
            </a:r>
            <a:r>
              <a:rPr lang="en-US" sz="2800" b="1" dirty="0">
                <a:latin typeface="Times New Roman"/>
                <a:cs typeface="Times New Roman"/>
                <a:sym typeface="Times New Roman"/>
              </a:rPr>
              <a:t>)</a:t>
            </a:r>
            <a:r>
              <a:rPr lang="en-US" sz="2800" b="1" dirty="0" smtClean="0">
                <a:latin typeface="Times New Roman" panose="02020603050405020304" pitchFamily="18" charset="0"/>
                <a:cs typeface="Times New Roman" panose="02020603050405020304" pitchFamily="18" charset="0"/>
              </a:rPr>
              <a:t> </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90945" y="568489"/>
            <a:ext cx="11131369" cy="414432"/>
          </a:xfrm>
          <a:noFill/>
          <a:ln>
            <a:noFill/>
          </a:ln>
        </p:spPr>
        <p:txBody>
          <a:bodyPr spcFirstLastPara="1" vert="horz" wrap="square" lIns="91425" tIns="45700" rIns="91425" bIns="45700" rtlCol="0" anchor="t" anchorCtr="0">
            <a:spAutoFit/>
          </a:bodyPr>
          <a:lstStyle/>
          <a:p>
            <a:pPr marL="0" indent="0">
              <a:buNone/>
            </a:pPr>
            <a:r>
              <a:rPr lang="en-IN" sz="1400" dirty="0" smtClean="0"/>
              <a:t>.</a:t>
            </a:r>
            <a:endParaRPr lang="en-US" sz="1400" dirty="0">
              <a:solidFill>
                <a:srgbClr val="01206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10939041" y="6356350"/>
            <a:ext cx="683339" cy="365125"/>
          </a:xfrm>
        </p:spPr>
        <p:txBody>
          <a:bodyPr/>
          <a:lstStyle/>
          <a:p>
            <a:fld id="{519954A3-9DFD-4C44-94BA-B95130A3BA1C}" type="slidenum">
              <a:rPr lang="en-US" sz="1000" smtClean="0">
                <a:solidFill>
                  <a:schemeClr val="bg1">
                    <a:lumMod val="50000"/>
                  </a:schemeClr>
                </a:solidFill>
                <a:latin typeface="Times New Roman" panose="02020603050405020304" pitchFamily="18" charset="0"/>
                <a:cs typeface="Times New Roman" panose="02020603050405020304" pitchFamily="18" charset="0"/>
              </a:rPr>
              <a:pPr/>
              <a:t>60</a:t>
            </a:fld>
            <a:endParaRPr lang="en-US"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5025F13E-B073-426C-9F43-6AD3E7E41B9D}" type="datetime1">
              <a:rPr lang="en-US" smtClean="0"/>
              <a:t>12/6/2025</a:t>
            </a:fld>
            <a:endParaRPr lang="en-US" dirty="0"/>
          </a:p>
        </p:txBody>
      </p:sp>
      <p:pic>
        <p:nvPicPr>
          <p:cNvPr id="7" name="Picture 6"/>
          <p:cNvPicPr>
            <a:picLocks noChangeAspect="1"/>
          </p:cNvPicPr>
          <p:nvPr/>
        </p:nvPicPr>
        <p:blipFill>
          <a:blip r:embed="rId3"/>
          <a:stretch>
            <a:fillRect/>
          </a:stretch>
        </p:blipFill>
        <p:spPr>
          <a:xfrm>
            <a:off x="3740664" y="1092787"/>
            <a:ext cx="7546436" cy="2028900"/>
          </a:xfrm>
          <a:prstGeom prst="rect">
            <a:avLst/>
          </a:prstGeom>
        </p:spPr>
      </p:pic>
      <p:pic>
        <p:nvPicPr>
          <p:cNvPr id="8" name="Picture 7"/>
          <p:cNvPicPr>
            <a:picLocks noChangeAspect="1"/>
          </p:cNvPicPr>
          <p:nvPr/>
        </p:nvPicPr>
        <p:blipFill>
          <a:blip r:embed="rId4"/>
          <a:stretch>
            <a:fillRect/>
          </a:stretch>
        </p:blipFill>
        <p:spPr>
          <a:xfrm>
            <a:off x="914400" y="3378177"/>
            <a:ext cx="10803721" cy="2611817"/>
          </a:xfrm>
          <a:prstGeom prst="rect">
            <a:avLst/>
          </a:prstGeom>
        </p:spPr>
      </p:pic>
      <p:pic>
        <p:nvPicPr>
          <p:cNvPr id="9" name="Picture 8"/>
          <p:cNvPicPr>
            <a:picLocks noChangeAspect="1"/>
          </p:cNvPicPr>
          <p:nvPr/>
        </p:nvPicPr>
        <p:blipFill>
          <a:blip r:embed="rId5"/>
          <a:stretch>
            <a:fillRect/>
          </a:stretch>
        </p:blipFill>
        <p:spPr>
          <a:xfrm>
            <a:off x="914400" y="1094204"/>
            <a:ext cx="2824480" cy="2100795"/>
          </a:xfrm>
          <a:prstGeom prst="rect">
            <a:avLst/>
          </a:prstGeom>
        </p:spPr>
      </p:pic>
    </p:spTree>
    <p:extLst>
      <p:ext uri="{BB962C8B-B14F-4D97-AF65-F5344CB8AC3E}">
        <p14:creationId xmlns:p14="http://schemas.microsoft.com/office/powerpoint/2010/main" val="329984594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D08D-9B09-471A-8BA6-EC8A3A8ECD93}"/>
              </a:ext>
            </a:extLst>
          </p:cNvPr>
          <p:cNvSpPr>
            <a:spLocks noGrp="1"/>
          </p:cNvSpPr>
          <p:nvPr>
            <p:ph type="title"/>
          </p:nvPr>
        </p:nvSpPr>
        <p:spPr>
          <a:xfrm>
            <a:off x="608044" y="118857"/>
            <a:ext cx="10515600" cy="681136"/>
          </a:xfrm>
          <a:noFill/>
          <a:ln>
            <a:noFill/>
          </a:ln>
        </p:spPr>
        <p:txBody>
          <a:bodyPr spcFirstLastPara="1" vert="horz" wrap="square" lIns="91425" tIns="45700" rIns="91425" bIns="45700" rtlCol="0" anchor="ctr" anchorCtr="0">
            <a:normAutofit/>
          </a:bodyPr>
          <a:lstStyle/>
          <a:p>
            <a:pPr algn="ctr">
              <a:spcBef>
                <a:spcPts val="0"/>
              </a:spcBef>
              <a:buClr>
                <a:srgbClr val="012060"/>
              </a:buClr>
              <a:buSzPts val="4000"/>
              <a:buFont typeface="Times New Roman"/>
            </a:pPr>
            <a:r>
              <a:rPr lang="en-US" sz="2800" b="1" dirty="0">
                <a:latin typeface="Times New Roman" panose="02020603050405020304" pitchFamily="18" charset="0"/>
                <a:cs typeface="Times New Roman" panose="02020603050405020304" pitchFamily="18" charset="0"/>
              </a:rPr>
              <a:t>Future Scope</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A946204-3AE3-40DB-8611-8E3DCC0AC238}"/>
              </a:ext>
            </a:extLst>
          </p:cNvPr>
          <p:cNvSpPr>
            <a:spLocks noGrp="1"/>
          </p:cNvSpPr>
          <p:nvPr>
            <p:ph type="dt" sz="half" idx="10"/>
          </p:nvPr>
        </p:nvSpPr>
        <p:spPr/>
        <p:txBody>
          <a:bodyPr/>
          <a:lstStyle/>
          <a:p>
            <a:fld id="{86EE477E-F3F6-4E6F-BAC6-40CF842119D1}" type="datetime1">
              <a:rPr lang="en-US" smtClean="0"/>
              <a:t>12/6/2025</a:t>
            </a:fld>
            <a:endParaRPr lang="en-US" dirty="0"/>
          </a:p>
        </p:txBody>
      </p:sp>
      <p:sp>
        <p:nvSpPr>
          <p:cNvPr id="5" name="Slide Number Placeholder 4">
            <a:extLst>
              <a:ext uri="{FF2B5EF4-FFF2-40B4-BE49-F238E27FC236}">
                <a16:creationId xmlns:a16="http://schemas.microsoft.com/office/drawing/2014/main" id="{D4B621F9-0323-4211-8D98-1D4935725C42}"/>
              </a:ext>
            </a:extLst>
          </p:cNvPr>
          <p:cNvSpPr>
            <a:spLocks noGrp="1"/>
          </p:cNvSpPr>
          <p:nvPr>
            <p:ph type="sldNum" sz="quarter" idx="12"/>
          </p:nvPr>
        </p:nvSpPr>
        <p:spPr/>
        <p:txBody>
          <a:bodyPr/>
          <a:lstStyle/>
          <a:p>
            <a:fld id="{00000000-1234-1234-1234-123412341234}" type="slidenum">
              <a:rPr lang="en-US" smtClean="0"/>
              <a:pPr/>
              <a:t>61</a:t>
            </a:fld>
            <a:endParaRPr lang="en-US" dirty="0"/>
          </a:p>
        </p:txBody>
      </p:sp>
      <p:pic>
        <p:nvPicPr>
          <p:cNvPr id="7" name="Picture 6"/>
          <p:cNvPicPr>
            <a:picLocks noChangeAspect="1"/>
          </p:cNvPicPr>
          <p:nvPr/>
        </p:nvPicPr>
        <p:blipFill>
          <a:blip r:embed="rId3"/>
          <a:stretch>
            <a:fillRect/>
          </a:stretch>
        </p:blipFill>
        <p:spPr>
          <a:xfrm>
            <a:off x="1137920" y="927975"/>
            <a:ext cx="9849897" cy="5300393"/>
          </a:xfrm>
          <a:prstGeom prst="rect">
            <a:avLst/>
          </a:prstGeom>
        </p:spPr>
      </p:pic>
    </p:spTree>
    <p:extLst>
      <p:ext uri="{BB962C8B-B14F-4D97-AF65-F5344CB8AC3E}">
        <p14:creationId xmlns:p14="http://schemas.microsoft.com/office/powerpoint/2010/main" val="206466529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851287" y="118072"/>
            <a:ext cx="8611346" cy="861135"/>
          </a:xfrm>
          <a:prstGeom prst="rect">
            <a:avLst/>
          </a:prstGeom>
        </p:spPr>
      </p:pic>
      <p:pic>
        <p:nvPicPr>
          <p:cNvPr id="5" name="Picture 4"/>
          <p:cNvPicPr>
            <a:picLocks noChangeAspect="1"/>
          </p:cNvPicPr>
          <p:nvPr/>
        </p:nvPicPr>
        <p:blipFill>
          <a:blip r:embed="rId4"/>
          <a:stretch>
            <a:fillRect/>
          </a:stretch>
        </p:blipFill>
        <p:spPr>
          <a:xfrm>
            <a:off x="1851287" y="1112438"/>
            <a:ext cx="8626588" cy="1889924"/>
          </a:xfrm>
          <a:prstGeom prst="rect">
            <a:avLst/>
          </a:prstGeom>
        </p:spPr>
      </p:pic>
      <p:pic>
        <p:nvPicPr>
          <p:cNvPr id="6" name="Picture 5"/>
          <p:cNvPicPr>
            <a:picLocks noChangeAspect="1"/>
          </p:cNvPicPr>
          <p:nvPr/>
        </p:nvPicPr>
        <p:blipFill>
          <a:blip r:embed="rId5"/>
          <a:stretch>
            <a:fillRect/>
          </a:stretch>
        </p:blipFill>
        <p:spPr>
          <a:xfrm>
            <a:off x="1866528" y="3002362"/>
            <a:ext cx="8580864" cy="1912786"/>
          </a:xfrm>
          <a:prstGeom prst="rect">
            <a:avLst/>
          </a:prstGeom>
        </p:spPr>
      </p:pic>
      <p:pic>
        <p:nvPicPr>
          <p:cNvPr id="7" name="Picture 6"/>
          <p:cNvPicPr>
            <a:picLocks noChangeAspect="1"/>
          </p:cNvPicPr>
          <p:nvPr/>
        </p:nvPicPr>
        <p:blipFill>
          <a:blip r:embed="rId6"/>
          <a:stretch>
            <a:fillRect/>
          </a:stretch>
        </p:blipFill>
        <p:spPr>
          <a:xfrm>
            <a:off x="1828425" y="4915148"/>
            <a:ext cx="8657070" cy="1257409"/>
          </a:xfrm>
          <a:prstGeom prst="rect">
            <a:avLst/>
          </a:prstGeom>
        </p:spPr>
      </p:pic>
    </p:spTree>
    <p:extLst>
      <p:ext uri="{BB962C8B-B14F-4D97-AF65-F5344CB8AC3E}">
        <p14:creationId xmlns:p14="http://schemas.microsoft.com/office/powerpoint/2010/main" val="90653635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A2377C12-A16D-42B1-81E9-60F9B2660D42}"/>
              </a:ext>
            </a:extLst>
          </p:cNvPr>
          <p:cNvSpPr>
            <a:spLocks noGrp="1"/>
          </p:cNvSpPr>
          <p:nvPr>
            <p:ph type="title"/>
          </p:nvPr>
        </p:nvSpPr>
        <p:spPr>
          <a:xfrm>
            <a:off x="410547" y="139959"/>
            <a:ext cx="11288486" cy="676727"/>
          </a:xfrm>
          <a:noFill/>
          <a:ln>
            <a:noFill/>
          </a:ln>
        </p:spPr>
        <p:txBody>
          <a:bodyPr spcFirstLastPara="1" vert="horz" wrap="square" lIns="91425" tIns="45700" rIns="91425" bIns="45700" rtlCol="0" anchor="ctr" anchorCtr="0">
            <a:normAutofit/>
          </a:bodyPr>
          <a:lstStyle/>
          <a:p>
            <a:pPr algn="ctr">
              <a:spcBef>
                <a:spcPts val="0"/>
              </a:spcBef>
              <a:buClr>
                <a:srgbClr val="003154"/>
              </a:buClr>
              <a:buSzPts val="4000"/>
              <a:buFont typeface="Palatino Linotype"/>
            </a:pPr>
            <a:r>
              <a:rPr lang="en-US" altLang="en-US" sz="2800" b="1" dirty="0">
                <a:latin typeface="Times New Roman" panose="02020603050405020304" pitchFamily="18" charset="0"/>
                <a:cs typeface="Times New Roman" panose="02020603050405020304" pitchFamily="18" charset="0"/>
              </a:rPr>
              <a:t>Scope and Limitations</a:t>
            </a:r>
            <a:endParaRPr lang="en-IN" altLang="en-US" sz="2800" b="1" dirty="0">
              <a:latin typeface="Times New Roman" panose="02020603050405020304" pitchFamily="18" charset="0"/>
              <a:cs typeface="Times New Roman" panose="02020603050405020304" pitchFamily="18" charset="0"/>
            </a:endParaRPr>
          </a:p>
        </p:txBody>
      </p:sp>
      <p:sp>
        <p:nvSpPr>
          <p:cNvPr id="11267" name="Content Placeholder 2">
            <a:extLst>
              <a:ext uri="{FF2B5EF4-FFF2-40B4-BE49-F238E27FC236}">
                <a16:creationId xmlns:a16="http://schemas.microsoft.com/office/drawing/2014/main" id="{8B69060B-4E41-4841-BDB9-4F36A8D207E0}"/>
              </a:ext>
            </a:extLst>
          </p:cNvPr>
          <p:cNvSpPr>
            <a:spLocks noGrp="1"/>
          </p:cNvSpPr>
          <p:nvPr>
            <p:ph idx="1"/>
          </p:nvPr>
        </p:nvSpPr>
        <p:spPr>
          <a:xfrm>
            <a:off x="1679511" y="731596"/>
            <a:ext cx="9257430" cy="5624754"/>
          </a:xfrm>
          <a:noFill/>
          <a:ln>
            <a:noFill/>
          </a:ln>
        </p:spPr>
        <p:txBody>
          <a:bodyPr spcFirstLastPara="1" vert="horz" wrap="square" lIns="91425" tIns="45700" rIns="91425" bIns="45700" rtlCol="0" anchor="t" anchorCtr="0">
            <a:noAutofit/>
          </a:bodyPr>
          <a:lstStyle/>
          <a:p>
            <a:pPr marL="0" indent="0" algn="just">
              <a:lnSpc>
                <a:spcPct val="200000"/>
              </a:lnSpc>
              <a:spcBef>
                <a:spcPts val="0"/>
              </a:spcBef>
              <a:buClr>
                <a:srgbClr val="003154"/>
              </a:buClr>
              <a:buSzPts val="2000"/>
              <a:buNone/>
            </a:pPr>
            <a:endParaRPr lang="en-IN" altLang="en-US" sz="2000" dirty="0">
              <a:solidFill>
                <a:srgbClr val="003154"/>
              </a:solidFill>
              <a:latin typeface="Times New Roman" panose="02020603050405020304" pitchFamily="18" charset="0"/>
              <a:cs typeface="Times New Roman" panose="02020603050405020304" pitchFamily="18" charset="0"/>
            </a:endParaRPr>
          </a:p>
          <a:p>
            <a:pPr marL="0" indent="0" algn="just">
              <a:lnSpc>
                <a:spcPct val="200000"/>
              </a:lnSpc>
              <a:spcBef>
                <a:spcPts val="0"/>
              </a:spcBef>
              <a:buClr>
                <a:srgbClr val="003154"/>
              </a:buClr>
              <a:buSzPts val="2000"/>
              <a:buNone/>
            </a:pPr>
            <a:endParaRPr lang="en-US" altLang="en-US" sz="2000" dirty="0">
              <a:solidFill>
                <a:srgbClr val="003154"/>
              </a:solidFill>
              <a:latin typeface="Times New Roman" panose="02020603050405020304" pitchFamily="18" charset="0"/>
              <a:cs typeface="Times New Roman" panose="02020603050405020304" pitchFamily="18" charset="0"/>
            </a:endParaRPr>
          </a:p>
          <a:p>
            <a:pPr marL="0" indent="0" algn="just">
              <a:lnSpc>
                <a:spcPct val="200000"/>
              </a:lnSpc>
              <a:spcBef>
                <a:spcPts val="0"/>
              </a:spcBef>
              <a:buClr>
                <a:srgbClr val="003154"/>
              </a:buClr>
              <a:buSzPts val="2000"/>
              <a:buNone/>
            </a:pPr>
            <a:endParaRPr lang="en-IN" altLang="en-US" sz="2000" dirty="0">
              <a:solidFill>
                <a:srgbClr val="003154"/>
              </a:solidFill>
              <a:latin typeface="Times New Roman" panose="02020603050405020304" pitchFamily="18" charset="0"/>
              <a:cs typeface="Times New Roman" panose="02020603050405020304" pitchFamily="18" charset="0"/>
            </a:endParaRPr>
          </a:p>
          <a:p>
            <a:pPr marL="0" indent="0" algn="just">
              <a:lnSpc>
                <a:spcPct val="200000"/>
              </a:lnSpc>
              <a:spcBef>
                <a:spcPts val="0"/>
              </a:spcBef>
              <a:buClr>
                <a:srgbClr val="003154"/>
              </a:buClr>
              <a:buSzPts val="2000"/>
              <a:buNone/>
            </a:pPr>
            <a:endParaRPr lang="en-IN" altLang="en-US" sz="2000" dirty="0">
              <a:solidFill>
                <a:srgbClr val="003154"/>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A8AF176-9BB0-4305-AD6A-AAE9C7B613FF}"/>
              </a:ext>
            </a:extLst>
          </p:cNvPr>
          <p:cNvSpPr>
            <a:spLocks noGrp="1"/>
          </p:cNvSpPr>
          <p:nvPr>
            <p:ph type="sldNum" sz="quarter" idx="12"/>
          </p:nvPr>
        </p:nvSpPr>
        <p:spPr/>
        <p:txBody>
          <a:bodyPr/>
          <a:lstStyle>
            <a:lvl1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1pPr>
            <a:lvl2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2pPr>
            <a:lvl3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3pPr>
            <a:lvl4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4pPr>
            <a:lvl5pPr eaLnBrk="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5pPr>
            <a:lvl6pPr marL="2281245" indent="-207386" defTabSz="407571" eaLnBrk="0" fontAlgn="base" hangingPunct="0">
              <a:lnSpc>
                <a:spcPct val="113000"/>
              </a:lnSpc>
              <a:spcBef>
                <a:spcPct val="0"/>
              </a:spcBef>
              <a:spcAft>
                <a:spcPct val="0"/>
              </a:spcAft>
              <a:buClr>
                <a:srgbClr val="000000"/>
              </a:buClr>
              <a:buSzPct val="100000"/>
              <a:buFont typeface="Times New Roman" panose="02020603050405020304" pitchFamily="18" charset="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6pPr>
            <a:lvl7pPr marL="2696017" indent="-207386" defTabSz="407571" eaLnBrk="0" fontAlgn="base" hangingPunct="0">
              <a:lnSpc>
                <a:spcPct val="113000"/>
              </a:lnSpc>
              <a:spcBef>
                <a:spcPct val="0"/>
              </a:spcBef>
              <a:spcAft>
                <a:spcPct val="0"/>
              </a:spcAft>
              <a:buClr>
                <a:srgbClr val="000000"/>
              </a:buClr>
              <a:buSzPct val="100000"/>
              <a:buFont typeface="Times New Roman" panose="02020603050405020304" pitchFamily="18" charset="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7pPr>
            <a:lvl8pPr marL="3110789" indent="-207386" defTabSz="407571" eaLnBrk="0" fontAlgn="base" hangingPunct="0">
              <a:lnSpc>
                <a:spcPct val="113000"/>
              </a:lnSpc>
              <a:spcBef>
                <a:spcPct val="0"/>
              </a:spcBef>
              <a:spcAft>
                <a:spcPct val="0"/>
              </a:spcAft>
              <a:buClr>
                <a:srgbClr val="000000"/>
              </a:buClr>
              <a:buSzPct val="100000"/>
              <a:buFont typeface="Times New Roman" panose="02020603050405020304" pitchFamily="18" charset="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8pPr>
            <a:lvl9pPr marL="3525561" indent="-207386" defTabSz="407571" eaLnBrk="0" fontAlgn="base" hangingPunct="0">
              <a:lnSpc>
                <a:spcPct val="113000"/>
              </a:lnSpc>
              <a:spcBef>
                <a:spcPct val="0"/>
              </a:spcBef>
              <a:spcAft>
                <a:spcPct val="0"/>
              </a:spcAft>
              <a:buClr>
                <a:srgbClr val="000000"/>
              </a:buClr>
              <a:buSzPct val="100000"/>
              <a:buFont typeface="Times New Roman" panose="02020603050405020304" pitchFamily="18" charset="0"/>
              <a:tabLst>
                <a:tab pos="407571" algn="l"/>
                <a:tab pos="815142" algn="l"/>
                <a:tab pos="1222713" algn="l"/>
                <a:tab pos="1630284" algn="l"/>
                <a:tab pos="2037855" algn="l"/>
                <a:tab pos="2445426" algn="l"/>
              </a:tabLst>
              <a:defRPr sz="1996">
                <a:solidFill>
                  <a:schemeClr val="tx1"/>
                </a:solidFill>
                <a:latin typeface="Source Sans Pro" panose="020B0503030403020204" pitchFamily="34" charset="0"/>
                <a:cs typeface="DejaVu Sans" charset="0"/>
              </a:defRPr>
            </a:lvl9pPr>
          </a:lstStyle>
          <a:p>
            <a:pPr eaLnBrk="1"/>
            <a:fld id="{5F81A8B5-4C07-408B-A733-232E6847B6AB}" type="slidenum">
              <a:rPr lang="en-IN" altLang="en-US" sz="1200">
                <a:solidFill>
                  <a:schemeClr val="bg1">
                    <a:lumMod val="65000"/>
                  </a:schemeClr>
                </a:solidFill>
                <a:latin typeface="Times New Roman" panose="02020603050405020304" pitchFamily="18" charset="0"/>
                <a:cs typeface="Times New Roman" panose="02020603050405020304" pitchFamily="18" charset="0"/>
              </a:rPr>
              <a:pPr eaLnBrk="1"/>
              <a:t>63</a:t>
            </a:fld>
            <a:endParaRPr lang="en-IN" altLang="en-US" sz="12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011A9F64-8583-4E8B-A88B-3A16D0E99197}" type="datetime1">
              <a:rPr lang="en-US" smtClean="0"/>
              <a:t>12/6/2025</a:t>
            </a:fld>
            <a:endParaRPr lang="en-US" dirty="0"/>
          </a:p>
        </p:txBody>
      </p:sp>
      <p:pic>
        <p:nvPicPr>
          <p:cNvPr id="3" name="Picture 2"/>
          <p:cNvPicPr>
            <a:picLocks noChangeAspect="1"/>
          </p:cNvPicPr>
          <p:nvPr/>
        </p:nvPicPr>
        <p:blipFill>
          <a:blip r:embed="rId3"/>
          <a:stretch>
            <a:fillRect/>
          </a:stretch>
        </p:blipFill>
        <p:spPr>
          <a:xfrm>
            <a:off x="2839231" y="763113"/>
            <a:ext cx="6656461" cy="5617133"/>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3650C-9296-4951-950D-79BA5D839FFD}"/>
              </a:ext>
            </a:extLst>
          </p:cNvPr>
          <p:cNvSpPr>
            <a:spLocks noGrp="1"/>
          </p:cNvSpPr>
          <p:nvPr>
            <p:ph type="title"/>
          </p:nvPr>
        </p:nvSpPr>
        <p:spPr>
          <a:xfrm>
            <a:off x="838200" y="-89531"/>
            <a:ext cx="10515600" cy="735887"/>
          </a:xfrm>
          <a:noFill/>
          <a:ln>
            <a:noFill/>
          </a:ln>
        </p:spPr>
        <p:txBody>
          <a:bodyPr spcFirstLastPara="1" vert="horz" wrap="square" lIns="91425" tIns="45700" rIns="91425" bIns="45700" rtlCol="0" anchor="ctr" anchorCtr="0">
            <a:normAutofit/>
          </a:bodyPr>
          <a:lstStyle/>
          <a:p>
            <a:pPr algn="ctr">
              <a:spcBef>
                <a:spcPts val="0"/>
              </a:spcBef>
              <a:buClr>
                <a:srgbClr val="012060"/>
              </a:buClr>
              <a:buSzPts val="4000"/>
              <a:buFont typeface="Times New Roman"/>
            </a:pPr>
            <a:r>
              <a:rPr lang="en-US" sz="2800" b="1" dirty="0">
                <a:latin typeface="Times New Roman" panose="02020603050405020304" pitchFamily="18" charset="0"/>
                <a:cs typeface="Times New Roman" panose="02020603050405020304" pitchFamily="18" charset="0"/>
                <a:sym typeface="Times New Roman"/>
              </a:rPr>
              <a:t>Research Publication</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777B26F-B279-47F6-A595-12E2B96CA82C}"/>
              </a:ext>
            </a:extLst>
          </p:cNvPr>
          <p:cNvSpPr>
            <a:spLocks noGrp="1"/>
          </p:cNvSpPr>
          <p:nvPr>
            <p:ph type="dt" sz="half" idx="10"/>
          </p:nvPr>
        </p:nvSpPr>
        <p:spPr/>
        <p:txBody>
          <a:bodyPr/>
          <a:lstStyle/>
          <a:p>
            <a:fld id="{4F1B6CB0-29D5-463C-B902-D5BD96A3D55C}" type="datetime1">
              <a:rPr lang="en-US" smtClean="0"/>
              <a:t>12/6/2025</a:t>
            </a:fld>
            <a:endParaRPr lang="en-US" dirty="0"/>
          </a:p>
        </p:txBody>
      </p:sp>
      <p:sp>
        <p:nvSpPr>
          <p:cNvPr id="5" name="Slide Number Placeholder 4">
            <a:extLst>
              <a:ext uri="{FF2B5EF4-FFF2-40B4-BE49-F238E27FC236}">
                <a16:creationId xmlns:a16="http://schemas.microsoft.com/office/drawing/2014/main" id="{08CDB864-0798-4289-BDC2-7071A967DC67}"/>
              </a:ext>
            </a:extLst>
          </p:cNvPr>
          <p:cNvSpPr>
            <a:spLocks noGrp="1"/>
          </p:cNvSpPr>
          <p:nvPr>
            <p:ph type="sldNum" sz="quarter" idx="12"/>
          </p:nvPr>
        </p:nvSpPr>
        <p:spPr/>
        <p:txBody>
          <a:bodyPr/>
          <a:lstStyle/>
          <a:p>
            <a:fld id="{00000000-1234-1234-1234-123412341234}" type="slidenum">
              <a:rPr lang="en-US" smtClean="0"/>
              <a:pPr/>
              <a:t>64</a:t>
            </a:fld>
            <a:endParaRPr lang="en-US"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3033" y="895738"/>
            <a:ext cx="5031126" cy="5864223"/>
          </a:xfrm>
          <a:prstGeom prst="rect">
            <a:avLst/>
          </a:prstGeom>
        </p:spPr>
      </p:pic>
    </p:spTree>
    <p:extLst>
      <p:ext uri="{BB962C8B-B14F-4D97-AF65-F5344CB8AC3E}">
        <p14:creationId xmlns:p14="http://schemas.microsoft.com/office/powerpoint/2010/main" val="305080805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3650C-9296-4951-950D-79BA5D839FFD}"/>
              </a:ext>
            </a:extLst>
          </p:cNvPr>
          <p:cNvSpPr>
            <a:spLocks noGrp="1"/>
          </p:cNvSpPr>
          <p:nvPr>
            <p:ph type="title"/>
          </p:nvPr>
        </p:nvSpPr>
        <p:spPr>
          <a:xfrm>
            <a:off x="838200" y="159851"/>
            <a:ext cx="10515600" cy="735887"/>
          </a:xfrm>
          <a:noFill/>
          <a:ln>
            <a:noFill/>
          </a:ln>
        </p:spPr>
        <p:txBody>
          <a:bodyPr spcFirstLastPara="1" vert="horz" wrap="square" lIns="91425" tIns="45700" rIns="91425" bIns="45700" rtlCol="0" anchor="ctr" anchorCtr="0">
            <a:normAutofit/>
          </a:bodyPr>
          <a:lstStyle/>
          <a:p>
            <a:pPr algn="ctr">
              <a:spcBef>
                <a:spcPts val="0"/>
              </a:spcBef>
              <a:buClr>
                <a:srgbClr val="012060"/>
              </a:buClr>
              <a:buSzPts val="4000"/>
              <a:buFont typeface="Times New Roman"/>
            </a:pPr>
            <a:r>
              <a:rPr lang="en-US" sz="2800" b="1" dirty="0">
                <a:latin typeface="Times New Roman" panose="02020603050405020304" pitchFamily="18" charset="0"/>
                <a:cs typeface="Times New Roman" panose="02020603050405020304" pitchFamily="18" charset="0"/>
                <a:sym typeface="Times New Roman"/>
              </a:rPr>
              <a:t>Research Publication</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777B26F-B279-47F6-A595-12E2B96CA82C}"/>
              </a:ext>
            </a:extLst>
          </p:cNvPr>
          <p:cNvSpPr>
            <a:spLocks noGrp="1"/>
          </p:cNvSpPr>
          <p:nvPr>
            <p:ph type="dt" sz="half" idx="10"/>
          </p:nvPr>
        </p:nvSpPr>
        <p:spPr/>
        <p:txBody>
          <a:bodyPr/>
          <a:lstStyle/>
          <a:p>
            <a:fld id="{4F1B6CB0-29D5-463C-B902-D5BD96A3D55C}" type="datetime1">
              <a:rPr lang="en-US" smtClean="0"/>
              <a:t>12/6/2025</a:t>
            </a:fld>
            <a:endParaRPr lang="en-US" dirty="0"/>
          </a:p>
        </p:txBody>
      </p:sp>
      <p:sp>
        <p:nvSpPr>
          <p:cNvPr id="5" name="Slide Number Placeholder 4">
            <a:extLst>
              <a:ext uri="{FF2B5EF4-FFF2-40B4-BE49-F238E27FC236}">
                <a16:creationId xmlns:a16="http://schemas.microsoft.com/office/drawing/2014/main" id="{08CDB864-0798-4289-BDC2-7071A967DC67}"/>
              </a:ext>
            </a:extLst>
          </p:cNvPr>
          <p:cNvSpPr>
            <a:spLocks noGrp="1"/>
          </p:cNvSpPr>
          <p:nvPr>
            <p:ph type="sldNum" sz="quarter" idx="12"/>
          </p:nvPr>
        </p:nvSpPr>
        <p:spPr/>
        <p:txBody>
          <a:bodyPr/>
          <a:lstStyle/>
          <a:p>
            <a:fld id="{00000000-1234-1234-1234-123412341234}" type="slidenum">
              <a:rPr lang="en-US" smtClean="0"/>
              <a:pPr/>
              <a:t>65</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1" y="1036510"/>
            <a:ext cx="4415444" cy="5244064"/>
          </a:xfrm>
          <a:prstGeom prst="rect">
            <a:avLst/>
          </a:prstGeom>
        </p:spPr>
      </p:pic>
    </p:spTree>
    <p:extLst>
      <p:ext uri="{BB962C8B-B14F-4D97-AF65-F5344CB8AC3E}">
        <p14:creationId xmlns:p14="http://schemas.microsoft.com/office/powerpoint/2010/main" val="26982880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3650C-9296-4951-950D-79BA5D839FFD}"/>
              </a:ext>
            </a:extLst>
          </p:cNvPr>
          <p:cNvSpPr>
            <a:spLocks noGrp="1"/>
          </p:cNvSpPr>
          <p:nvPr>
            <p:ph type="title"/>
          </p:nvPr>
        </p:nvSpPr>
        <p:spPr>
          <a:xfrm>
            <a:off x="838200" y="159851"/>
            <a:ext cx="10515600" cy="735887"/>
          </a:xfrm>
          <a:noFill/>
          <a:ln>
            <a:noFill/>
          </a:ln>
        </p:spPr>
        <p:txBody>
          <a:bodyPr spcFirstLastPara="1" vert="horz" wrap="square" lIns="91425" tIns="45700" rIns="91425" bIns="45700" rtlCol="0" anchor="ctr" anchorCtr="0">
            <a:normAutofit/>
          </a:bodyPr>
          <a:lstStyle/>
          <a:p>
            <a:pPr algn="ctr">
              <a:spcBef>
                <a:spcPts val="0"/>
              </a:spcBef>
              <a:buClr>
                <a:srgbClr val="012060"/>
              </a:buClr>
              <a:buSzPts val="4000"/>
              <a:buFont typeface="Times New Roman"/>
            </a:pPr>
            <a:r>
              <a:rPr lang="en-US" sz="2800" b="1" dirty="0">
                <a:latin typeface="Times New Roman" panose="02020603050405020304" pitchFamily="18" charset="0"/>
                <a:cs typeface="Times New Roman" panose="02020603050405020304" pitchFamily="18" charset="0"/>
                <a:sym typeface="Times New Roman"/>
              </a:rPr>
              <a:t>Research Publication</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777B26F-B279-47F6-A595-12E2B96CA82C}"/>
              </a:ext>
            </a:extLst>
          </p:cNvPr>
          <p:cNvSpPr>
            <a:spLocks noGrp="1"/>
          </p:cNvSpPr>
          <p:nvPr>
            <p:ph type="dt" sz="half" idx="10"/>
          </p:nvPr>
        </p:nvSpPr>
        <p:spPr/>
        <p:txBody>
          <a:bodyPr/>
          <a:lstStyle/>
          <a:p>
            <a:fld id="{4F1B6CB0-29D5-463C-B902-D5BD96A3D55C}" type="datetime1">
              <a:rPr lang="en-US" smtClean="0"/>
              <a:t>12/6/2025</a:t>
            </a:fld>
            <a:endParaRPr lang="en-US" dirty="0"/>
          </a:p>
        </p:txBody>
      </p:sp>
      <p:sp>
        <p:nvSpPr>
          <p:cNvPr id="5" name="Slide Number Placeholder 4">
            <a:extLst>
              <a:ext uri="{FF2B5EF4-FFF2-40B4-BE49-F238E27FC236}">
                <a16:creationId xmlns:a16="http://schemas.microsoft.com/office/drawing/2014/main" id="{08CDB864-0798-4289-BDC2-7071A967DC67}"/>
              </a:ext>
            </a:extLst>
          </p:cNvPr>
          <p:cNvSpPr>
            <a:spLocks noGrp="1"/>
          </p:cNvSpPr>
          <p:nvPr>
            <p:ph type="sldNum" sz="quarter" idx="12"/>
          </p:nvPr>
        </p:nvSpPr>
        <p:spPr/>
        <p:txBody>
          <a:bodyPr/>
          <a:lstStyle/>
          <a:p>
            <a:fld id="{00000000-1234-1234-1234-123412341234}" type="slidenum">
              <a:rPr lang="en-US" smtClean="0"/>
              <a:pPr/>
              <a:t>66</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3630" y="955964"/>
            <a:ext cx="4766970" cy="5673764"/>
          </a:xfrm>
          <a:prstGeom prst="rect">
            <a:avLst/>
          </a:prstGeom>
        </p:spPr>
      </p:pic>
    </p:spTree>
    <p:extLst>
      <p:ext uri="{BB962C8B-B14F-4D97-AF65-F5344CB8AC3E}">
        <p14:creationId xmlns:p14="http://schemas.microsoft.com/office/powerpoint/2010/main" val="228907254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3650C-9296-4951-950D-79BA5D839FFD}"/>
              </a:ext>
            </a:extLst>
          </p:cNvPr>
          <p:cNvSpPr>
            <a:spLocks noGrp="1"/>
          </p:cNvSpPr>
          <p:nvPr>
            <p:ph type="title"/>
          </p:nvPr>
        </p:nvSpPr>
        <p:spPr>
          <a:xfrm>
            <a:off x="838200" y="159851"/>
            <a:ext cx="10515600" cy="735887"/>
          </a:xfrm>
          <a:noFill/>
          <a:ln>
            <a:noFill/>
          </a:ln>
        </p:spPr>
        <p:txBody>
          <a:bodyPr spcFirstLastPara="1" vert="horz" wrap="square" lIns="91425" tIns="45700" rIns="91425" bIns="45700" rtlCol="0" anchor="ctr" anchorCtr="0">
            <a:normAutofit/>
          </a:bodyPr>
          <a:lstStyle/>
          <a:p>
            <a:pPr algn="ctr">
              <a:spcBef>
                <a:spcPts val="0"/>
              </a:spcBef>
              <a:buClr>
                <a:srgbClr val="012060"/>
              </a:buClr>
              <a:buSzPts val="4000"/>
              <a:buFont typeface="Times New Roman"/>
            </a:pPr>
            <a:r>
              <a:rPr lang="en-US" sz="2800" b="1" dirty="0">
                <a:latin typeface="Times New Roman" panose="02020603050405020304" pitchFamily="18" charset="0"/>
                <a:cs typeface="Times New Roman" panose="02020603050405020304" pitchFamily="18" charset="0"/>
                <a:sym typeface="Times New Roman"/>
              </a:rPr>
              <a:t>Research Publication</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777B26F-B279-47F6-A595-12E2B96CA82C}"/>
              </a:ext>
            </a:extLst>
          </p:cNvPr>
          <p:cNvSpPr>
            <a:spLocks noGrp="1"/>
          </p:cNvSpPr>
          <p:nvPr>
            <p:ph type="dt" sz="half" idx="10"/>
          </p:nvPr>
        </p:nvSpPr>
        <p:spPr/>
        <p:txBody>
          <a:bodyPr/>
          <a:lstStyle/>
          <a:p>
            <a:fld id="{4F1B6CB0-29D5-463C-B902-D5BD96A3D55C}" type="datetime1">
              <a:rPr lang="en-US" smtClean="0"/>
              <a:t>12/6/2025</a:t>
            </a:fld>
            <a:endParaRPr lang="en-US" dirty="0"/>
          </a:p>
        </p:txBody>
      </p:sp>
      <p:sp>
        <p:nvSpPr>
          <p:cNvPr id="5" name="Slide Number Placeholder 4">
            <a:extLst>
              <a:ext uri="{FF2B5EF4-FFF2-40B4-BE49-F238E27FC236}">
                <a16:creationId xmlns:a16="http://schemas.microsoft.com/office/drawing/2014/main" id="{08CDB864-0798-4289-BDC2-7071A967DC67}"/>
              </a:ext>
            </a:extLst>
          </p:cNvPr>
          <p:cNvSpPr>
            <a:spLocks noGrp="1"/>
          </p:cNvSpPr>
          <p:nvPr>
            <p:ph type="sldNum" sz="quarter" idx="12"/>
          </p:nvPr>
        </p:nvSpPr>
        <p:spPr/>
        <p:txBody>
          <a:bodyPr/>
          <a:lstStyle/>
          <a:p>
            <a:fld id="{00000000-1234-1234-1234-123412341234}" type="slidenum">
              <a:rPr lang="en-US" smtClean="0"/>
              <a:pPr/>
              <a:t>67</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5294" y="828985"/>
            <a:ext cx="4480404" cy="5892490"/>
          </a:xfrm>
          <a:prstGeom prst="rect">
            <a:avLst/>
          </a:prstGeom>
        </p:spPr>
      </p:pic>
    </p:spTree>
    <p:extLst>
      <p:ext uri="{BB962C8B-B14F-4D97-AF65-F5344CB8AC3E}">
        <p14:creationId xmlns:p14="http://schemas.microsoft.com/office/powerpoint/2010/main" val="296109569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D08D-9B09-471A-8BA6-EC8A3A8ECD93}"/>
              </a:ext>
            </a:extLst>
          </p:cNvPr>
          <p:cNvSpPr>
            <a:spLocks noGrp="1"/>
          </p:cNvSpPr>
          <p:nvPr>
            <p:ph type="title"/>
          </p:nvPr>
        </p:nvSpPr>
        <p:spPr>
          <a:xfrm>
            <a:off x="1063691" y="180459"/>
            <a:ext cx="10290109" cy="769323"/>
          </a:xfrm>
          <a:noFill/>
          <a:ln>
            <a:noFill/>
          </a:ln>
        </p:spPr>
        <p:txBody>
          <a:bodyPr spcFirstLastPara="1" vert="horz" wrap="square" lIns="91425" tIns="45700" rIns="91425" bIns="45700" rtlCol="0" anchor="ctr" anchorCtr="0">
            <a:normAutofit/>
          </a:bodyPr>
          <a:lstStyle/>
          <a:p>
            <a:pPr algn="ctr">
              <a:spcBef>
                <a:spcPts val="0"/>
              </a:spcBef>
              <a:buClr>
                <a:srgbClr val="012060"/>
              </a:buClr>
              <a:buSzPts val="4000"/>
              <a:buFont typeface="Times New Roman"/>
            </a:pPr>
            <a:r>
              <a:rPr lang="en-US" sz="2800" b="1" dirty="0">
                <a:latin typeface="Times New Roman" panose="02020603050405020304" pitchFamily="18" charset="0"/>
                <a:cs typeface="Times New Roman" panose="02020603050405020304" pitchFamily="18" charset="0"/>
              </a:rPr>
              <a:t>References</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A40CC43-66B4-4A14-BBA7-E772E3E63E17}"/>
              </a:ext>
            </a:extLst>
          </p:cNvPr>
          <p:cNvSpPr>
            <a:spLocks noGrp="1"/>
          </p:cNvSpPr>
          <p:nvPr>
            <p:ph idx="1"/>
          </p:nvPr>
        </p:nvSpPr>
        <p:spPr>
          <a:xfrm>
            <a:off x="1063691" y="1319114"/>
            <a:ext cx="10095722" cy="5037236"/>
          </a:xfrm>
          <a:noFill/>
          <a:ln>
            <a:noFill/>
          </a:ln>
        </p:spPr>
        <p:txBody>
          <a:bodyPr spcFirstLastPara="1" vert="horz" wrap="square" lIns="91425" tIns="45700" rIns="91425" bIns="45700" rtlCol="0" anchor="t" anchorCtr="0">
            <a:spAutoFit/>
          </a:bodyPr>
          <a:lstStyle/>
          <a:p>
            <a:pPr marL="0" indent="0" algn="just">
              <a:lnSpc>
                <a:spcPct val="150000"/>
              </a:lnSpc>
              <a:spcBef>
                <a:spcPts val="800"/>
              </a:spcBef>
              <a:buNone/>
            </a:pPr>
            <a:r>
              <a:rPr lang="en-US" sz="1600" dirty="0">
                <a:solidFill>
                  <a:srgbClr val="012060"/>
                </a:solidFill>
                <a:latin typeface="Times New Roman" panose="02020603050405020304" pitchFamily="18" charset="0"/>
                <a:cs typeface="Times New Roman" panose="02020603050405020304" pitchFamily="18" charset="0"/>
              </a:rPr>
              <a:t>[1] </a:t>
            </a:r>
            <a:r>
              <a:rPr lang="en-IN" sz="1600" dirty="0">
                <a:solidFill>
                  <a:srgbClr val="012060"/>
                </a:solidFill>
                <a:latin typeface="Times New Roman" panose="02020603050405020304" pitchFamily="18" charset="0"/>
                <a:cs typeface="Times New Roman" panose="02020603050405020304" pitchFamily="18" charset="0"/>
              </a:rPr>
              <a:t>S. </a:t>
            </a:r>
            <a:r>
              <a:rPr lang="en-IN" sz="1600" dirty="0" err="1">
                <a:solidFill>
                  <a:srgbClr val="012060"/>
                </a:solidFill>
                <a:latin typeface="Times New Roman" panose="02020603050405020304" pitchFamily="18" charset="0"/>
                <a:cs typeface="Times New Roman" panose="02020603050405020304" pitchFamily="18" charset="0"/>
              </a:rPr>
              <a:t>Lessmann</a:t>
            </a:r>
            <a:r>
              <a:rPr lang="en-IN" sz="1600" dirty="0">
                <a:solidFill>
                  <a:srgbClr val="012060"/>
                </a:solidFill>
                <a:latin typeface="Times New Roman" panose="02020603050405020304" pitchFamily="18" charset="0"/>
                <a:cs typeface="Times New Roman" panose="02020603050405020304" pitchFamily="18" charset="0"/>
              </a:rPr>
              <a:t>, B. </a:t>
            </a:r>
            <a:r>
              <a:rPr lang="en-IN" sz="1600" dirty="0" err="1">
                <a:solidFill>
                  <a:srgbClr val="012060"/>
                </a:solidFill>
                <a:latin typeface="Times New Roman" panose="02020603050405020304" pitchFamily="18" charset="0"/>
                <a:cs typeface="Times New Roman" panose="02020603050405020304" pitchFamily="18" charset="0"/>
              </a:rPr>
              <a:t>Baesens</a:t>
            </a:r>
            <a:r>
              <a:rPr lang="en-IN" sz="1600" dirty="0">
                <a:solidFill>
                  <a:srgbClr val="012060"/>
                </a:solidFill>
                <a:latin typeface="Times New Roman" panose="02020603050405020304" pitchFamily="18" charset="0"/>
                <a:cs typeface="Times New Roman" panose="02020603050405020304" pitchFamily="18" charset="0"/>
              </a:rPr>
              <a:t>, C. </a:t>
            </a:r>
            <a:r>
              <a:rPr lang="en-IN" sz="1600" dirty="0" err="1">
                <a:solidFill>
                  <a:srgbClr val="012060"/>
                </a:solidFill>
                <a:latin typeface="Times New Roman" panose="02020603050405020304" pitchFamily="18" charset="0"/>
                <a:cs typeface="Times New Roman" panose="02020603050405020304" pitchFamily="18" charset="0"/>
              </a:rPr>
              <a:t>Mues</a:t>
            </a:r>
            <a:r>
              <a:rPr lang="en-IN" sz="1600" dirty="0">
                <a:solidFill>
                  <a:srgbClr val="012060"/>
                </a:solidFill>
                <a:latin typeface="Times New Roman" panose="02020603050405020304" pitchFamily="18" charset="0"/>
                <a:cs typeface="Times New Roman" panose="02020603050405020304" pitchFamily="18" charset="0"/>
              </a:rPr>
              <a:t>, and S. </a:t>
            </a:r>
            <a:r>
              <a:rPr lang="en-IN" sz="1600" dirty="0" err="1">
                <a:solidFill>
                  <a:srgbClr val="012060"/>
                </a:solidFill>
                <a:latin typeface="Times New Roman" panose="02020603050405020304" pitchFamily="18" charset="0"/>
                <a:cs typeface="Times New Roman" panose="02020603050405020304" pitchFamily="18" charset="0"/>
              </a:rPr>
              <a:t>Pietsch</a:t>
            </a:r>
            <a:r>
              <a:rPr lang="en-IN" sz="1600" dirty="0">
                <a:solidFill>
                  <a:srgbClr val="012060"/>
                </a:solidFill>
                <a:latin typeface="Times New Roman" panose="02020603050405020304" pitchFamily="18" charset="0"/>
                <a:cs typeface="Times New Roman" panose="02020603050405020304" pitchFamily="18" charset="0"/>
              </a:rPr>
              <a:t>, “Benchmarking classification models for software defect prediction: A proposed framework and novel findings,” IEEE Trans. </a:t>
            </a:r>
            <a:r>
              <a:rPr lang="en-IN" sz="1600" dirty="0" err="1">
                <a:solidFill>
                  <a:srgbClr val="012060"/>
                </a:solidFill>
                <a:latin typeface="Times New Roman" panose="02020603050405020304" pitchFamily="18" charset="0"/>
                <a:cs typeface="Times New Roman" panose="02020603050405020304" pitchFamily="18" charset="0"/>
              </a:rPr>
              <a:t>Softw</a:t>
            </a:r>
            <a:r>
              <a:rPr lang="en-IN" sz="1600" dirty="0">
                <a:solidFill>
                  <a:srgbClr val="012060"/>
                </a:solidFill>
                <a:latin typeface="Times New Roman" panose="02020603050405020304" pitchFamily="18" charset="0"/>
                <a:cs typeface="Times New Roman" panose="02020603050405020304" pitchFamily="18" charset="0"/>
              </a:rPr>
              <a:t>. Eng., vol. 34, no. 4, pp. 485–496, Jul.–Aug. 2008, </a:t>
            </a:r>
            <a:r>
              <a:rPr lang="en-IN" sz="1600" dirty="0" err="1">
                <a:solidFill>
                  <a:srgbClr val="012060"/>
                </a:solidFill>
                <a:latin typeface="Times New Roman" panose="02020603050405020304" pitchFamily="18" charset="0"/>
                <a:cs typeface="Times New Roman" panose="02020603050405020304" pitchFamily="18" charset="0"/>
              </a:rPr>
              <a:t>doi</a:t>
            </a:r>
            <a:r>
              <a:rPr lang="en-IN" sz="1600" dirty="0">
                <a:solidFill>
                  <a:srgbClr val="012060"/>
                </a:solidFill>
                <a:latin typeface="Times New Roman" panose="02020603050405020304" pitchFamily="18" charset="0"/>
                <a:cs typeface="Times New Roman" panose="02020603050405020304" pitchFamily="18" charset="0"/>
              </a:rPr>
              <a:t>: 10.1109/TSE.2008.35.</a:t>
            </a:r>
          </a:p>
          <a:p>
            <a:pPr marL="0" indent="0" algn="just">
              <a:lnSpc>
                <a:spcPct val="150000"/>
              </a:lnSpc>
              <a:spcBef>
                <a:spcPts val="800"/>
              </a:spcBef>
              <a:buNone/>
            </a:pPr>
            <a:r>
              <a:rPr lang="en-US" sz="1600" dirty="0">
                <a:solidFill>
                  <a:srgbClr val="012060"/>
                </a:solidFill>
                <a:latin typeface="Times New Roman" panose="02020603050405020304" pitchFamily="18" charset="0"/>
                <a:cs typeface="Times New Roman" panose="02020603050405020304" pitchFamily="18" charset="0"/>
              </a:rPr>
              <a:t>[2] </a:t>
            </a:r>
            <a:r>
              <a:rPr lang="en-IN" sz="1600" dirty="0">
                <a:solidFill>
                  <a:srgbClr val="012060"/>
                </a:solidFill>
                <a:latin typeface="Times New Roman" panose="02020603050405020304" pitchFamily="18" charset="0"/>
                <a:cs typeface="Times New Roman" panose="02020603050405020304" pitchFamily="18" charset="0"/>
              </a:rPr>
              <a:t>T. M. </a:t>
            </a:r>
            <a:r>
              <a:rPr lang="en-IN" sz="1600" dirty="0" err="1">
                <a:solidFill>
                  <a:srgbClr val="012060"/>
                </a:solidFill>
                <a:latin typeface="Times New Roman" panose="02020603050405020304" pitchFamily="18" charset="0"/>
                <a:cs typeface="Times New Roman" panose="02020603050405020304" pitchFamily="18" charset="0"/>
              </a:rPr>
              <a:t>Khoshgoftaar</a:t>
            </a:r>
            <a:r>
              <a:rPr lang="en-IN" sz="1600" dirty="0">
                <a:solidFill>
                  <a:srgbClr val="012060"/>
                </a:solidFill>
                <a:latin typeface="Times New Roman" panose="02020603050405020304" pitchFamily="18" charset="0"/>
                <a:cs typeface="Times New Roman" panose="02020603050405020304" pitchFamily="18" charset="0"/>
              </a:rPr>
              <a:t> and E. B. Allen, “Logistic regression </a:t>
            </a:r>
            <a:r>
              <a:rPr lang="en-IN" sz="1600" dirty="0" err="1">
                <a:solidFill>
                  <a:srgbClr val="012060"/>
                </a:solidFill>
                <a:latin typeface="Times New Roman" panose="02020603050405020304" pitchFamily="18" charset="0"/>
                <a:cs typeface="Times New Roman" panose="02020603050405020304" pitchFamily="18" charset="0"/>
              </a:rPr>
              <a:t>modeling</a:t>
            </a:r>
            <a:r>
              <a:rPr lang="en-IN" sz="1600" dirty="0">
                <a:solidFill>
                  <a:srgbClr val="012060"/>
                </a:solidFill>
                <a:latin typeface="Times New Roman" panose="02020603050405020304" pitchFamily="18" charset="0"/>
                <a:cs typeface="Times New Roman" panose="02020603050405020304" pitchFamily="18" charset="0"/>
              </a:rPr>
              <a:t> of software quality,” Int. J. </a:t>
            </a:r>
            <a:r>
              <a:rPr lang="en-IN" sz="1600" dirty="0" err="1">
                <a:solidFill>
                  <a:srgbClr val="012060"/>
                </a:solidFill>
                <a:latin typeface="Times New Roman" panose="02020603050405020304" pitchFamily="18" charset="0"/>
                <a:cs typeface="Times New Roman" panose="02020603050405020304" pitchFamily="18" charset="0"/>
              </a:rPr>
              <a:t>Reliab</a:t>
            </a:r>
            <a:r>
              <a:rPr lang="en-IN" sz="1600" dirty="0">
                <a:solidFill>
                  <a:srgbClr val="012060"/>
                </a:solidFill>
                <a:latin typeface="Times New Roman" panose="02020603050405020304" pitchFamily="18" charset="0"/>
                <a:cs typeface="Times New Roman" panose="02020603050405020304" pitchFamily="18" charset="0"/>
              </a:rPr>
              <a:t>. Qual. </a:t>
            </a:r>
            <a:r>
              <a:rPr lang="en-IN" sz="1600" dirty="0" err="1">
                <a:solidFill>
                  <a:srgbClr val="012060"/>
                </a:solidFill>
                <a:latin typeface="Times New Roman" panose="02020603050405020304" pitchFamily="18" charset="0"/>
                <a:cs typeface="Times New Roman" panose="02020603050405020304" pitchFamily="18" charset="0"/>
              </a:rPr>
              <a:t>Saf</a:t>
            </a:r>
            <a:r>
              <a:rPr lang="en-IN" sz="1600" dirty="0">
                <a:solidFill>
                  <a:srgbClr val="012060"/>
                </a:solidFill>
                <a:latin typeface="Times New Roman" panose="02020603050405020304" pitchFamily="18" charset="0"/>
                <a:cs typeface="Times New Roman" panose="02020603050405020304" pitchFamily="18" charset="0"/>
              </a:rPr>
              <a:t>. Eng., vol. 8, no. 6, pp. 365–376, Dec. 2001, </a:t>
            </a:r>
            <a:r>
              <a:rPr lang="en-IN" sz="1600" dirty="0" err="1">
                <a:solidFill>
                  <a:srgbClr val="012060"/>
                </a:solidFill>
                <a:latin typeface="Times New Roman" panose="02020603050405020304" pitchFamily="18" charset="0"/>
                <a:cs typeface="Times New Roman" panose="02020603050405020304" pitchFamily="18" charset="0"/>
              </a:rPr>
              <a:t>doi</a:t>
            </a:r>
            <a:r>
              <a:rPr lang="en-IN" sz="1600" dirty="0">
                <a:solidFill>
                  <a:srgbClr val="012060"/>
                </a:solidFill>
                <a:latin typeface="Times New Roman" panose="02020603050405020304" pitchFamily="18" charset="0"/>
                <a:cs typeface="Times New Roman" panose="02020603050405020304" pitchFamily="18" charset="0"/>
              </a:rPr>
              <a:t>: 10.1142/S0218539301000456.</a:t>
            </a:r>
          </a:p>
          <a:p>
            <a:pPr marL="0" indent="0" algn="just">
              <a:lnSpc>
                <a:spcPct val="150000"/>
              </a:lnSpc>
              <a:spcBef>
                <a:spcPts val="800"/>
              </a:spcBef>
              <a:buNone/>
            </a:pPr>
            <a:r>
              <a:rPr lang="en-IN" sz="1600" dirty="0">
                <a:solidFill>
                  <a:srgbClr val="012060"/>
                </a:solidFill>
                <a:latin typeface="Times New Roman" panose="02020603050405020304" pitchFamily="18" charset="0"/>
                <a:cs typeface="Times New Roman" panose="02020603050405020304" pitchFamily="18" charset="0"/>
              </a:rPr>
              <a:t>[3] C. </a:t>
            </a:r>
            <a:r>
              <a:rPr lang="en-IN" sz="1600" dirty="0" err="1">
                <a:solidFill>
                  <a:srgbClr val="012060"/>
                </a:solidFill>
                <a:latin typeface="Times New Roman" panose="02020603050405020304" pitchFamily="18" charset="0"/>
                <a:cs typeface="Times New Roman" panose="02020603050405020304" pitchFamily="18" charset="0"/>
              </a:rPr>
              <a:t>Catal</a:t>
            </a:r>
            <a:r>
              <a:rPr lang="en-IN" sz="1600" dirty="0">
                <a:solidFill>
                  <a:srgbClr val="012060"/>
                </a:solidFill>
                <a:latin typeface="Times New Roman" panose="02020603050405020304" pitchFamily="18" charset="0"/>
                <a:cs typeface="Times New Roman" panose="02020603050405020304" pitchFamily="18" charset="0"/>
              </a:rPr>
              <a:t> and B. </a:t>
            </a:r>
            <a:r>
              <a:rPr lang="en-IN" sz="1600" dirty="0" err="1">
                <a:solidFill>
                  <a:srgbClr val="012060"/>
                </a:solidFill>
                <a:latin typeface="Times New Roman" panose="02020603050405020304" pitchFamily="18" charset="0"/>
                <a:cs typeface="Times New Roman" panose="02020603050405020304" pitchFamily="18" charset="0"/>
              </a:rPr>
              <a:t>Diri</a:t>
            </a:r>
            <a:r>
              <a:rPr lang="en-IN" sz="1600" dirty="0">
                <a:solidFill>
                  <a:srgbClr val="012060"/>
                </a:solidFill>
                <a:latin typeface="Times New Roman" panose="02020603050405020304" pitchFamily="18" charset="0"/>
                <a:cs typeface="Times New Roman" panose="02020603050405020304" pitchFamily="18" charset="0"/>
              </a:rPr>
              <a:t>, “Investigating the effect of dataset size, metrics sets, and feature selection techniques on software fault prediction problem,” Inf. Sci., vol. 179, no. 8, pp. 1040–1058, Apr. 2009, </a:t>
            </a:r>
            <a:r>
              <a:rPr lang="en-IN" sz="1600" dirty="0" err="1">
                <a:solidFill>
                  <a:srgbClr val="012060"/>
                </a:solidFill>
                <a:latin typeface="Times New Roman" panose="02020603050405020304" pitchFamily="18" charset="0"/>
                <a:cs typeface="Times New Roman" panose="02020603050405020304" pitchFamily="18" charset="0"/>
              </a:rPr>
              <a:t>doi</a:t>
            </a:r>
            <a:r>
              <a:rPr lang="en-IN" sz="1600" dirty="0">
                <a:solidFill>
                  <a:srgbClr val="012060"/>
                </a:solidFill>
                <a:latin typeface="Times New Roman" panose="02020603050405020304" pitchFamily="18" charset="0"/>
                <a:cs typeface="Times New Roman" panose="02020603050405020304" pitchFamily="18" charset="0"/>
              </a:rPr>
              <a:t>: 10.1016/j.ins.2008.11.028.</a:t>
            </a:r>
          </a:p>
          <a:p>
            <a:pPr marL="0" indent="0" algn="just">
              <a:lnSpc>
                <a:spcPct val="150000"/>
              </a:lnSpc>
              <a:spcBef>
                <a:spcPts val="800"/>
              </a:spcBef>
              <a:buNone/>
            </a:pPr>
            <a:r>
              <a:rPr lang="en-US" sz="1600" dirty="0">
                <a:solidFill>
                  <a:srgbClr val="012060"/>
                </a:solidFill>
                <a:latin typeface="Times New Roman" panose="02020603050405020304" pitchFamily="18" charset="0"/>
                <a:cs typeface="Times New Roman" panose="02020603050405020304" pitchFamily="18" charset="0"/>
              </a:rPr>
              <a:t> [4] L. </a:t>
            </a:r>
            <a:r>
              <a:rPr lang="en-US" sz="1600" dirty="0" err="1">
                <a:solidFill>
                  <a:srgbClr val="012060"/>
                </a:solidFill>
                <a:latin typeface="Times New Roman" panose="02020603050405020304" pitchFamily="18" charset="0"/>
                <a:cs typeface="Times New Roman" panose="02020603050405020304" pitchFamily="18" charset="0"/>
              </a:rPr>
              <a:t>Pascarella</a:t>
            </a:r>
            <a:r>
              <a:rPr lang="en-US" sz="1600" dirty="0">
                <a:solidFill>
                  <a:srgbClr val="012060"/>
                </a:solidFill>
                <a:latin typeface="Times New Roman" panose="02020603050405020304" pitchFamily="18" charset="0"/>
                <a:cs typeface="Times New Roman" panose="02020603050405020304" pitchFamily="18" charset="0"/>
              </a:rPr>
              <a:t>, V. </a:t>
            </a:r>
            <a:r>
              <a:rPr lang="en-US" sz="1600" dirty="0" err="1">
                <a:solidFill>
                  <a:srgbClr val="012060"/>
                </a:solidFill>
                <a:latin typeface="Times New Roman" panose="02020603050405020304" pitchFamily="18" charset="0"/>
                <a:cs typeface="Times New Roman" panose="02020603050405020304" pitchFamily="18" charset="0"/>
              </a:rPr>
              <a:t>Lenarduzzi</a:t>
            </a:r>
            <a:r>
              <a:rPr lang="en-US" sz="1600" dirty="0">
                <a:solidFill>
                  <a:srgbClr val="012060"/>
                </a:solidFill>
                <a:latin typeface="Times New Roman" panose="02020603050405020304" pitchFamily="18" charset="0"/>
                <a:cs typeface="Times New Roman" panose="02020603050405020304" pitchFamily="18" charset="0"/>
              </a:rPr>
              <a:t>, and M. Di </a:t>
            </a:r>
            <a:r>
              <a:rPr lang="en-US" sz="1600" dirty="0" err="1">
                <a:solidFill>
                  <a:srgbClr val="012060"/>
                </a:solidFill>
                <a:latin typeface="Times New Roman" panose="02020603050405020304" pitchFamily="18" charset="0"/>
                <a:cs typeface="Times New Roman" panose="02020603050405020304" pitchFamily="18" charset="0"/>
              </a:rPr>
              <a:t>Penta</a:t>
            </a:r>
            <a:r>
              <a:rPr lang="en-US" sz="1600" dirty="0">
                <a:solidFill>
                  <a:srgbClr val="012060"/>
                </a:solidFill>
                <a:latin typeface="Times New Roman" panose="02020603050405020304" pitchFamily="18" charset="0"/>
                <a:cs typeface="Times New Roman" panose="02020603050405020304" pitchFamily="18" charset="0"/>
              </a:rPr>
              <a:t>, “When and how using machine learning classifiers in bug prediction: A replicated study,” </a:t>
            </a:r>
            <a:r>
              <a:rPr lang="en-US" sz="1600" dirty="0" err="1">
                <a:solidFill>
                  <a:srgbClr val="012060"/>
                </a:solidFill>
                <a:latin typeface="Times New Roman" panose="02020603050405020304" pitchFamily="18" charset="0"/>
                <a:cs typeface="Times New Roman" panose="02020603050405020304" pitchFamily="18" charset="0"/>
              </a:rPr>
              <a:t>Empir</a:t>
            </a:r>
            <a:r>
              <a:rPr lang="en-US" sz="1600" dirty="0">
                <a:solidFill>
                  <a:srgbClr val="012060"/>
                </a:solidFill>
                <a:latin typeface="Times New Roman" panose="02020603050405020304" pitchFamily="18" charset="0"/>
                <a:cs typeface="Times New Roman" panose="02020603050405020304" pitchFamily="18" charset="0"/>
              </a:rPr>
              <a:t>. </a:t>
            </a:r>
            <a:r>
              <a:rPr lang="en-US" sz="1600" dirty="0" err="1">
                <a:solidFill>
                  <a:srgbClr val="012060"/>
                </a:solidFill>
                <a:latin typeface="Times New Roman" panose="02020603050405020304" pitchFamily="18" charset="0"/>
                <a:cs typeface="Times New Roman" panose="02020603050405020304" pitchFamily="18" charset="0"/>
              </a:rPr>
              <a:t>Softw</a:t>
            </a:r>
            <a:r>
              <a:rPr lang="en-US" sz="1600" dirty="0">
                <a:solidFill>
                  <a:srgbClr val="012060"/>
                </a:solidFill>
                <a:latin typeface="Times New Roman" panose="02020603050405020304" pitchFamily="18" charset="0"/>
                <a:cs typeface="Times New Roman" panose="02020603050405020304" pitchFamily="18" charset="0"/>
              </a:rPr>
              <a:t>. Eng., vol. 25, no. 6, pp. 4579–4625, Nov. 2020, </a:t>
            </a:r>
            <a:r>
              <a:rPr lang="en-US" sz="1600" dirty="0" err="1">
                <a:solidFill>
                  <a:srgbClr val="012060"/>
                </a:solidFill>
                <a:latin typeface="Times New Roman" panose="02020603050405020304" pitchFamily="18" charset="0"/>
                <a:cs typeface="Times New Roman" panose="02020603050405020304" pitchFamily="18" charset="0"/>
              </a:rPr>
              <a:t>doi</a:t>
            </a:r>
            <a:r>
              <a:rPr lang="en-US" sz="1600" dirty="0">
                <a:solidFill>
                  <a:srgbClr val="012060"/>
                </a:solidFill>
                <a:latin typeface="Times New Roman" panose="02020603050405020304" pitchFamily="18" charset="0"/>
                <a:cs typeface="Times New Roman" panose="02020603050405020304" pitchFamily="18" charset="0"/>
              </a:rPr>
              <a:t>: 10.1007/s10664-020-09840-6.</a:t>
            </a:r>
            <a:endParaRPr lang="en-IN" sz="1600" dirty="0">
              <a:solidFill>
                <a:srgbClr val="012060"/>
              </a:solidFill>
              <a:latin typeface="Times New Roman" panose="02020603050405020304" pitchFamily="18" charset="0"/>
              <a:cs typeface="Times New Roman" panose="02020603050405020304" pitchFamily="18" charset="0"/>
            </a:endParaRPr>
          </a:p>
          <a:p>
            <a:pPr marL="0" indent="0" algn="just">
              <a:lnSpc>
                <a:spcPct val="150000"/>
              </a:lnSpc>
              <a:spcBef>
                <a:spcPts val="800"/>
              </a:spcBef>
              <a:buNone/>
            </a:pPr>
            <a:r>
              <a:rPr lang="en-US" sz="1600" dirty="0">
                <a:solidFill>
                  <a:srgbClr val="012060"/>
                </a:solidFill>
                <a:latin typeface="Times New Roman" panose="02020603050405020304" pitchFamily="18" charset="0"/>
                <a:cs typeface="Times New Roman" panose="02020603050405020304" pitchFamily="18" charset="0"/>
              </a:rPr>
              <a:t>[5] Y. Jiang, B. </a:t>
            </a:r>
            <a:r>
              <a:rPr lang="en-US" sz="1600" dirty="0" err="1">
                <a:solidFill>
                  <a:srgbClr val="012060"/>
                </a:solidFill>
                <a:latin typeface="Times New Roman" panose="02020603050405020304" pitchFamily="18" charset="0"/>
                <a:cs typeface="Times New Roman" panose="02020603050405020304" pitchFamily="18" charset="0"/>
              </a:rPr>
              <a:t>Cukic</a:t>
            </a:r>
            <a:r>
              <a:rPr lang="en-US" sz="1600" dirty="0">
                <a:solidFill>
                  <a:srgbClr val="012060"/>
                </a:solidFill>
                <a:latin typeface="Times New Roman" panose="02020603050405020304" pitchFamily="18" charset="0"/>
                <a:cs typeface="Times New Roman" panose="02020603050405020304" pitchFamily="18" charset="0"/>
              </a:rPr>
              <a:t>, and T. Menzies, “Can data transformation help in the detection of fault-prone modules?,” Proceedings of the IEEE International Workshop on Program Comprehension (IWPC), pp. 10–19, Jun. 2008, </a:t>
            </a:r>
            <a:r>
              <a:rPr lang="en-US" sz="1600" dirty="0" err="1">
                <a:solidFill>
                  <a:srgbClr val="012060"/>
                </a:solidFill>
                <a:latin typeface="Times New Roman" panose="02020603050405020304" pitchFamily="18" charset="0"/>
                <a:cs typeface="Times New Roman" panose="02020603050405020304" pitchFamily="18" charset="0"/>
              </a:rPr>
              <a:t>doi</a:t>
            </a:r>
            <a:r>
              <a:rPr lang="en-US" sz="1600" dirty="0">
                <a:solidFill>
                  <a:srgbClr val="012060"/>
                </a:solidFill>
                <a:latin typeface="Times New Roman" panose="02020603050405020304" pitchFamily="18" charset="0"/>
                <a:cs typeface="Times New Roman" panose="02020603050405020304" pitchFamily="18" charset="0"/>
              </a:rPr>
              <a:t>: 10.1109/WPC.2008.14.</a:t>
            </a:r>
            <a:endParaRPr lang="en-IN" sz="1600" dirty="0">
              <a:solidFill>
                <a:srgbClr val="01206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A946204-3AE3-40DB-8611-8E3DCC0AC238}"/>
              </a:ext>
            </a:extLst>
          </p:cNvPr>
          <p:cNvSpPr>
            <a:spLocks noGrp="1"/>
          </p:cNvSpPr>
          <p:nvPr>
            <p:ph type="dt" sz="half" idx="10"/>
          </p:nvPr>
        </p:nvSpPr>
        <p:spPr/>
        <p:txBody>
          <a:bodyPr/>
          <a:lstStyle/>
          <a:p>
            <a:fld id="{7A71526A-BB16-4DCE-A6D5-B17ED5A190A9}" type="datetime1">
              <a:rPr lang="en-US" smtClean="0"/>
              <a:t>12/6/2025</a:t>
            </a:fld>
            <a:endParaRPr lang="en-US" dirty="0"/>
          </a:p>
        </p:txBody>
      </p:sp>
      <p:sp>
        <p:nvSpPr>
          <p:cNvPr id="5" name="Slide Number Placeholder 4">
            <a:extLst>
              <a:ext uri="{FF2B5EF4-FFF2-40B4-BE49-F238E27FC236}">
                <a16:creationId xmlns:a16="http://schemas.microsoft.com/office/drawing/2014/main" id="{D4B621F9-0323-4211-8D98-1D4935725C42}"/>
              </a:ext>
            </a:extLst>
          </p:cNvPr>
          <p:cNvSpPr>
            <a:spLocks noGrp="1"/>
          </p:cNvSpPr>
          <p:nvPr>
            <p:ph type="sldNum" sz="quarter" idx="12"/>
          </p:nvPr>
        </p:nvSpPr>
        <p:spPr/>
        <p:txBody>
          <a:bodyPr/>
          <a:lstStyle/>
          <a:p>
            <a:fld id="{00000000-1234-1234-1234-123412341234}" type="slidenum">
              <a:rPr lang="en-US" smtClean="0"/>
              <a:pPr/>
              <a:t>68</a:t>
            </a:fld>
            <a:endParaRPr lang="en-US" dirty="0"/>
          </a:p>
        </p:txBody>
      </p:sp>
    </p:spTree>
    <p:extLst>
      <p:ext uri="{BB962C8B-B14F-4D97-AF65-F5344CB8AC3E}">
        <p14:creationId xmlns:p14="http://schemas.microsoft.com/office/powerpoint/2010/main" val="290623748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40CC43-66B4-4A14-BBA7-E772E3E63E17}"/>
              </a:ext>
            </a:extLst>
          </p:cNvPr>
          <p:cNvSpPr>
            <a:spLocks noGrp="1"/>
          </p:cNvSpPr>
          <p:nvPr>
            <p:ph idx="1"/>
          </p:nvPr>
        </p:nvSpPr>
        <p:spPr>
          <a:xfrm>
            <a:off x="1137557" y="1067188"/>
            <a:ext cx="10142375" cy="4667904"/>
          </a:xfrm>
          <a:noFill/>
          <a:ln>
            <a:noFill/>
          </a:ln>
        </p:spPr>
        <p:txBody>
          <a:bodyPr spcFirstLastPara="1" vert="horz" wrap="square" lIns="91425" tIns="45700" rIns="91425" bIns="45700" rtlCol="0" anchor="t" anchorCtr="0">
            <a:spAutoFit/>
          </a:bodyPr>
          <a:lstStyle/>
          <a:p>
            <a:pPr marL="0" indent="0" algn="just">
              <a:lnSpc>
                <a:spcPct val="150000"/>
              </a:lnSpc>
              <a:spcBef>
                <a:spcPts val="800"/>
              </a:spcBef>
              <a:buNone/>
            </a:pPr>
            <a:r>
              <a:rPr lang="en-US" sz="1600" dirty="0">
                <a:solidFill>
                  <a:srgbClr val="012060"/>
                </a:solidFill>
                <a:latin typeface="Times New Roman" panose="02020603050405020304" pitchFamily="18" charset="0"/>
                <a:cs typeface="Times New Roman" panose="02020603050405020304" pitchFamily="18" charset="0"/>
              </a:rPr>
              <a:t>[6] B. </a:t>
            </a:r>
            <a:r>
              <a:rPr lang="en-US" sz="1600" dirty="0" err="1">
                <a:solidFill>
                  <a:srgbClr val="012060"/>
                </a:solidFill>
                <a:latin typeface="Times New Roman" panose="02020603050405020304" pitchFamily="18" charset="0"/>
                <a:cs typeface="Times New Roman" panose="02020603050405020304" pitchFamily="18" charset="0"/>
              </a:rPr>
              <a:t>Ghotra</a:t>
            </a:r>
            <a:r>
              <a:rPr lang="en-US" sz="1600" dirty="0">
                <a:solidFill>
                  <a:srgbClr val="012060"/>
                </a:solidFill>
                <a:latin typeface="Times New Roman" panose="02020603050405020304" pitchFamily="18" charset="0"/>
                <a:cs typeface="Times New Roman" panose="02020603050405020304" pitchFamily="18" charset="0"/>
              </a:rPr>
              <a:t>, S. McIntosh, and A. E. Hassan, “Revisiting the impact of classification techniques on the performance of defect prediction models,” Proceedings of the 37th International Conference on Software Engineering (ICSE), pp. 789–800, May 2015, </a:t>
            </a:r>
            <a:r>
              <a:rPr lang="en-US" sz="1600" dirty="0" err="1">
                <a:solidFill>
                  <a:srgbClr val="012060"/>
                </a:solidFill>
                <a:latin typeface="Times New Roman" panose="02020603050405020304" pitchFamily="18" charset="0"/>
                <a:cs typeface="Times New Roman" panose="02020603050405020304" pitchFamily="18" charset="0"/>
              </a:rPr>
              <a:t>doi</a:t>
            </a:r>
            <a:r>
              <a:rPr lang="en-US" sz="1600" dirty="0">
                <a:solidFill>
                  <a:srgbClr val="012060"/>
                </a:solidFill>
                <a:latin typeface="Times New Roman" panose="02020603050405020304" pitchFamily="18" charset="0"/>
                <a:cs typeface="Times New Roman" panose="02020603050405020304" pitchFamily="18" charset="0"/>
              </a:rPr>
              <a:t>: 10.1109/ICSE.2015.90.</a:t>
            </a:r>
            <a:endParaRPr lang="en-IN" sz="1600" dirty="0">
              <a:solidFill>
                <a:srgbClr val="012060"/>
              </a:solidFill>
              <a:latin typeface="Times New Roman" panose="02020603050405020304" pitchFamily="18" charset="0"/>
              <a:cs typeface="Times New Roman" panose="02020603050405020304" pitchFamily="18" charset="0"/>
            </a:endParaRPr>
          </a:p>
          <a:p>
            <a:pPr marL="0" indent="0" algn="just">
              <a:lnSpc>
                <a:spcPct val="150000"/>
              </a:lnSpc>
              <a:spcBef>
                <a:spcPts val="800"/>
              </a:spcBef>
              <a:buNone/>
            </a:pPr>
            <a:r>
              <a:rPr lang="en-US" sz="1600" dirty="0">
                <a:solidFill>
                  <a:srgbClr val="012060"/>
                </a:solidFill>
                <a:latin typeface="Times New Roman" panose="02020603050405020304" pitchFamily="18" charset="0"/>
                <a:cs typeface="Times New Roman" panose="02020603050405020304" pitchFamily="18" charset="0"/>
              </a:rPr>
              <a:t> </a:t>
            </a:r>
            <a:r>
              <a:rPr lang="en-IN" sz="1600" dirty="0">
                <a:solidFill>
                  <a:srgbClr val="012060"/>
                </a:solidFill>
                <a:latin typeface="Times New Roman" panose="02020603050405020304" pitchFamily="18" charset="0"/>
                <a:cs typeface="Times New Roman" panose="02020603050405020304" pitchFamily="18" charset="0"/>
              </a:rPr>
              <a:t>[7] M. </a:t>
            </a:r>
            <a:r>
              <a:rPr lang="en-IN" sz="1600" dirty="0" err="1">
                <a:solidFill>
                  <a:srgbClr val="012060"/>
                </a:solidFill>
                <a:latin typeface="Times New Roman" panose="02020603050405020304" pitchFamily="18" charset="0"/>
                <a:cs typeface="Times New Roman" panose="02020603050405020304" pitchFamily="18" charset="0"/>
              </a:rPr>
              <a:t>Qiu</a:t>
            </a:r>
            <a:r>
              <a:rPr lang="en-IN" sz="1600" dirty="0">
                <a:solidFill>
                  <a:srgbClr val="012060"/>
                </a:solidFill>
                <a:latin typeface="Times New Roman" panose="02020603050405020304" pitchFamily="18" charset="0"/>
                <a:cs typeface="Times New Roman" panose="02020603050405020304" pitchFamily="18" charset="0"/>
              </a:rPr>
              <a:t>, F. Liu, Y. Qian, and M. </a:t>
            </a:r>
            <a:r>
              <a:rPr lang="en-IN" sz="1600" dirty="0" err="1">
                <a:solidFill>
                  <a:srgbClr val="012060"/>
                </a:solidFill>
                <a:latin typeface="Times New Roman" panose="02020603050405020304" pitchFamily="18" charset="0"/>
                <a:cs typeface="Times New Roman" panose="02020603050405020304" pitchFamily="18" charset="0"/>
              </a:rPr>
              <a:t>Guo</a:t>
            </a:r>
            <a:r>
              <a:rPr lang="en-IN" sz="1600" dirty="0">
                <a:solidFill>
                  <a:srgbClr val="012060"/>
                </a:solidFill>
                <a:latin typeface="Times New Roman" panose="02020603050405020304" pitchFamily="18" charset="0"/>
                <a:cs typeface="Times New Roman" panose="02020603050405020304" pitchFamily="18" charset="0"/>
              </a:rPr>
              <a:t>, “A cross-project software vulnerability prediction approach based on deep learning,” IEEE Access, vol. 7, pp. 170827–170838, Nov. 2019, </a:t>
            </a:r>
            <a:r>
              <a:rPr lang="en-IN" sz="1600" dirty="0" err="1">
                <a:solidFill>
                  <a:srgbClr val="012060"/>
                </a:solidFill>
                <a:latin typeface="Times New Roman" panose="02020603050405020304" pitchFamily="18" charset="0"/>
                <a:cs typeface="Times New Roman" panose="02020603050405020304" pitchFamily="18" charset="0"/>
              </a:rPr>
              <a:t>doi</a:t>
            </a:r>
            <a:r>
              <a:rPr lang="en-IN" sz="1600" dirty="0">
                <a:solidFill>
                  <a:srgbClr val="012060"/>
                </a:solidFill>
                <a:latin typeface="Times New Roman" panose="02020603050405020304" pitchFamily="18" charset="0"/>
                <a:cs typeface="Times New Roman" panose="02020603050405020304" pitchFamily="18" charset="0"/>
              </a:rPr>
              <a:t>: 10.1109/ACCESS.2019.2955474.</a:t>
            </a:r>
          </a:p>
          <a:p>
            <a:pPr marL="0" indent="0" algn="just">
              <a:lnSpc>
                <a:spcPct val="150000"/>
              </a:lnSpc>
              <a:spcBef>
                <a:spcPts val="800"/>
              </a:spcBef>
              <a:buNone/>
            </a:pPr>
            <a:r>
              <a:rPr lang="en-IN" sz="1600" dirty="0">
                <a:solidFill>
                  <a:srgbClr val="012060"/>
                </a:solidFill>
                <a:latin typeface="Times New Roman" panose="02020603050405020304" pitchFamily="18" charset="0"/>
                <a:cs typeface="Times New Roman" panose="02020603050405020304" pitchFamily="18" charset="0"/>
              </a:rPr>
              <a:t>[8] Q. Liang, Z. Yang, Z. Xu, Z. Li, and K. Chen, “Deep learning-based software defect prediction with improved class imbalance strategy,” IEEE Access, vol. 7, pp. 115995–116006, Aug. 2019, </a:t>
            </a:r>
            <a:r>
              <a:rPr lang="en-IN" sz="1600" dirty="0" err="1">
                <a:solidFill>
                  <a:srgbClr val="012060"/>
                </a:solidFill>
                <a:latin typeface="Times New Roman" panose="02020603050405020304" pitchFamily="18" charset="0"/>
                <a:cs typeface="Times New Roman" panose="02020603050405020304" pitchFamily="18" charset="0"/>
              </a:rPr>
              <a:t>doi</a:t>
            </a:r>
            <a:r>
              <a:rPr lang="en-IN" sz="1600" dirty="0">
                <a:solidFill>
                  <a:srgbClr val="012060"/>
                </a:solidFill>
                <a:latin typeface="Times New Roman" panose="02020603050405020304" pitchFamily="18" charset="0"/>
                <a:cs typeface="Times New Roman" panose="02020603050405020304" pitchFamily="18" charset="0"/>
              </a:rPr>
              <a:t>: 10.1109/ACCESS.2019.2935306.</a:t>
            </a:r>
          </a:p>
          <a:p>
            <a:pPr marL="0" indent="0" algn="just">
              <a:lnSpc>
                <a:spcPct val="150000"/>
              </a:lnSpc>
              <a:spcBef>
                <a:spcPts val="800"/>
              </a:spcBef>
              <a:buNone/>
            </a:pPr>
            <a:r>
              <a:rPr lang="en-IN" sz="1600" dirty="0">
                <a:solidFill>
                  <a:srgbClr val="012060"/>
                </a:solidFill>
                <a:latin typeface="Times New Roman" panose="02020603050405020304" pitchFamily="18" charset="0"/>
                <a:cs typeface="Times New Roman" panose="02020603050405020304" pitchFamily="18" charset="0"/>
              </a:rPr>
              <a:t>[9] Y. Fan, W. Xu, X. Liu, and Y. Ma, “An attention-based recurrent neural network model for software defect prediction,” IEEE Access, vol. 7, pp. 91220–91230, Jul. 2019, </a:t>
            </a:r>
            <a:r>
              <a:rPr lang="en-IN" sz="1600" dirty="0" err="1">
                <a:solidFill>
                  <a:srgbClr val="012060"/>
                </a:solidFill>
                <a:latin typeface="Times New Roman" panose="02020603050405020304" pitchFamily="18" charset="0"/>
                <a:cs typeface="Times New Roman" panose="02020603050405020304" pitchFamily="18" charset="0"/>
              </a:rPr>
              <a:t>doi</a:t>
            </a:r>
            <a:r>
              <a:rPr lang="en-IN" sz="1600" dirty="0">
                <a:solidFill>
                  <a:srgbClr val="012060"/>
                </a:solidFill>
                <a:latin typeface="Times New Roman" panose="02020603050405020304" pitchFamily="18" charset="0"/>
                <a:cs typeface="Times New Roman" panose="02020603050405020304" pitchFamily="18" charset="0"/>
              </a:rPr>
              <a:t>: 10.1109/ACCESS.2019.2926480.</a:t>
            </a:r>
            <a:endParaRPr lang="en-US" sz="1600" dirty="0">
              <a:solidFill>
                <a:srgbClr val="012060"/>
              </a:solidFill>
              <a:latin typeface="Times New Roman" panose="02020603050405020304" pitchFamily="18" charset="0"/>
              <a:cs typeface="Times New Roman" panose="02020603050405020304" pitchFamily="18" charset="0"/>
            </a:endParaRPr>
          </a:p>
          <a:p>
            <a:pPr marL="0" indent="0" algn="just">
              <a:lnSpc>
                <a:spcPct val="150000"/>
              </a:lnSpc>
              <a:spcBef>
                <a:spcPts val="800"/>
              </a:spcBef>
              <a:buNone/>
            </a:pPr>
            <a:r>
              <a:rPr lang="en-US" sz="1600" dirty="0">
                <a:solidFill>
                  <a:srgbClr val="012060"/>
                </a:solidFill>
                <a:latin typeface="Times New Roman" panose="02020603050405020304" pitchFamily="18" charset="0"/>
                <a:cs typeface="Times New Roman" panose="02020603050405020304" pitchFamily="18" charset="0"/>
              </a:rPr>
              <a:t>[10] K. Gao and H. Wang, “A novel method for software defect prediction using MLP with SMOTE,” J. </a:t>
            </a:r>
            <a:r>
              <a:rPr lang="en-US" sz="1600" dirty="0" err="1">
                <a:solidFill>
                  <a:srgbClr val="012060"/>
                </a:solidFill>
                <a:latin typeface="Times New Roman" panose="02020603050405020304" pitchFamily="18" charset="0"/>
                <a:cs typeface="Times New Roman" panose="02020603050405020304" pitchFamily="18" charset="0"/>
              </a:rPr>
              <a:t>Softw</a:t>
            </a:r>
            <a:r>
              <a:rPr lang="en-US" sz="1600" dirty="0">
                <a:solidFill>
                  <a:srgbClr val="012060"/>
                </a:solidFill>
                <a:latin typeface="Times New Roman" panose="02020603050405020304" pitchFamily="18" charset="0"/>
                <a:cs typeface="Times New Roman" panose="02020603050405020304" pitchFamily="18" charset="0"/>
              </a:rPr>
              <a:t>., vol. 9, no. 1, pp. 93–100, Jan. 2014, </a:t>
            </a:r>
            <a:r>
              <a:rPr lang="en-US" sz="1600" dirty="0" err="1">
                <a:solidFill>
                  <a:srgbClr val="012060"/>
                </a:solidFill>
                <a:latin typeface="Times New Roman" panose="02020603050405020304" pitchFamily="18" charset="0"/>
                <a:cs typeface="Times New Roman" panose="02020603050405020304" pitchFamily="18" charset="0"/>
              </a:rPr>
              <a:t>doi</a:t>
            </a:r>
            <a:r>
              <a:rPr lang="en-US" sz="1600" dirty="0">
                <a:solidFill>
                  <a:srgbClr val="012060"/>
                </a:solidFill>
                <a:latin typeface="Times New Roman" panose="02020603050405020304" pitchFamily="18" charset="0"/>
                <a:cs typeface="Times New Roman" panose="02020603050405020304" pitchFamily="18" charset="0"/>
              </a:rPr>
              <a:t>: 10.4304/jsw.9.1.93-100.</a:t>
            </a:r>
            <a:endParaRPr lang="en-IN" sz="1600" dirty="0">
              <a:solidFill>
                <a:srgbClr val="01206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A946204-3AE3-40DB-8611-8E3DCC0AC238}"/>
              </a:ext>
            </a:extLst>
          </p:cNvPr>
          <p:cNvSpPr>
            <a:spLocks noGrp="1"/>
          </p:cNvSpPr>
          <p:nvPr>
            <p:ph type="dt" sz="half" idx="10"/>
          </p:nvPr>
        </p:nvSpPr>
        <p:spPr/>
        <p:txBody>
          <a:bodyPr/>
          <a:lstStyle/>
          <a:p>
            <a:fld id="{07F7C34C-006B-4EDD-94DB-39F20D8C0774}" type="datetime1">
              <a:rPr lang="en-US" smtClean="0"/>
              <a:t>12/6/2025</a:t>
            </a:fld>
            <a:endParaRPr lang="en-US" dirty="0"/>
          </a:p>
        </p:txBody>
      </p:sp>
      <p:sp>
        <p:nvSpPr>
          <p:cNvPr id="5" name="Slide Number Placeholder 4">
            <a:extLst>
              <a:ext uri="{FF2B5EF4-FFF2-40B4-BE49-F238E27FC236}">
                <a16:creationId xmlns:a16="http://schemas.microsoft.com/office/drawing/2014/main" id="{D4B621F9-0323-4211-8D98-1D4935725C42}"/>
              </a:ext>
            </a:extLst>
          </p:cNvPr>
          <p:cNvSpPr>
            <a:spLocks noGrp="1"/>
          </p:cNvSpPr>
          <p:nvPr>
            <p:ph type="sldNum" sz="quarter" idx="12"/>
          </p:nvPr>
        </p:nvSpPr>
        <p:spPr/>
        <p:txBody>
          <a:bodyPr/>
          <a:lstStyle/>
          <a:p>
            <a:fld id="{00000000-1234-1234-1234-123412341234}" type="slidenum">
              <a:rPr lang="en-US" smtClean="0"/>
              <a:pPr/>
              <a:t>69</a:t>
            </a:fld>
            <a:endParaRPr lang="en-US" dirty="0"/>
          </a:p>
        </p:txBody>
      </p:sp>
      <p:sp>
        <p:nvSpPr>
          <p:cNvPr id="7" name="Title 1">
            <a:extLst>
              <a:ext uri="{FF2B5EF4-FFF2-40B4-BE49-F238E27FC236}">
                <a16:creationId xmlns:a16="http://schemas.microsoft.com/office/drawing/2014/main" id="{625AD08D-9B09-471A-8BA6-EC8A3A8ECD93}"/>
              </a:ext>
            </a:extLst>
          </p:cNvPr>
          <p:cNvSpPr>
            <a:spLocks noGrp="1"/>
          </p:cNvSpPr>
          <p:nvPr>
            <p:ph type="title"/>
          </p:nvPr>
        </p:nvSpPr>
        <p:spPr>
          <a:xfrm>
            <a:off x="1063691" y="180459"/>
            <a:ext cx="10290109" cy="769323"/>
          </a:xfrm>
          <a:noFill/>
          <a:ln>
            <a:noFill/>
          </a:ln>
        </p:spPr>
        <p:txBody>
          <a:bodyPr spcFirstLastPara="1" vert="horz" wrap="square" lIns="91425" tIns="45700" rIns="91425" bIns="45700" rtlCol="0" anchor="ctr" anchorCtr="0">
            <a:normAutofit/>
          </a:bodyPr>
          <a:lstStyle/>
          <a:p>
            <a:pPr algn="ctr">
              <a:spcBef>
                <a:spcPts val="0"/>
              </a:spcBef>
              <a:buClr>
                <a:srgbClr val="012060"/>
              </a:buClr>
              <a:buSzPts val="4000"/>
              <a:buFont typeface="Times New Roman"/>
            </a:pPr>
            <a:r>
              <a:rPr lang="en-US" sz="2800" b="1" dirty="0">
                <a:latin typeface="Times New Roman" panose="02020603050405020304" pitchFamily="18" charset="0"/>
                <a:cs typeface="Times New Roman" panose="02020603050405020304" pitchFamily="18" charset="0"/>
              </a:rPr>
              <a:t>References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208402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40CC43-66B4-4A14-BBA7-E772E3E63E17}"/>
              </a:ext>
            </a:extLst>
          </p:cNvPr>
          <p:cNvSpPr>
            <a:spLocks noGrp="1"/>
          </p:cNvSpPr>
          <p:nvPr>
            <p:ph idx="1"/>
          </p:nvPr>
        </p:nvSpPr>
        <p:spPr>
          <a:xfrm>
            <a:off x="976604" y="1134448"/>
            <a:ext cx="10319657" cy="5037236"/>
          </a:xfrm>
          <a:noFill/>
          <a:ln>
            <a:noFill/>
          </a:ln>
        </p:spPr>
        <p:txBody>
          <a:bodyPr spcFirstLastPara="1" vert="horz" wrap="square" lIns="91425" tIns="45700" rIns="91425" bIns="45700" rtlCol="0" anchor="t" anchorCtr="0">
            <a:spAutoFit/>
          </a:bodyPr>
          <a:lstStyle/>
          <a:p>
            <a:pPr marL="0" indent="0" algn="just">
              <a:lnSpc>
                <a:spcPct val="150000"/>
              </a:lnSpc>
              <a:spcBef>
                <a:spcPts val="800"/>
              </a:spcBef>
              <a:buNone/>
            </a:pPr>
            <a:r>
              <a:rPr lang="en-US" sz="1600" dirty="0">
                <a:solidFill>
                  <a:srgbClr val="012060"/>
                </a:solidFill>
                <a:latin typeface="Times New Roman" panose="02020603050405020304" pitchFamily="18" charset="0"/>
                <a:cs typeface="Times New Roman" panose="02020603050405020304" pitchFamily="18" charset="0"/>
              </a:rPr>
              <a:t>[11] Y. Dong, Z. Wu, and H. Yang, “Android defect prediction using deep learning,” IEEE Access, vol. 6, pp. 11822–11829, Mar. 2018, </a:t>
            </a:r>
            <a:r>
              <a:rPr lang="en-US" sz="1600" dirty="0" err="1">
                <a:solidFill>
                  <a:srgbClr val="012060"/>
                </a:solidFill>
                <a:latin typeface="Times New Roman" panose="02020603050405020304" pitchFamily="18" charset="0"/>
                <a:cs typeface="Times New Roman" panose="02020603050405020304" pitchFamily="18" charset="0"/>
              </a:rPr>
              <a:t>doi</a:t>
            </a:r>
            <a:r>
              <a:rPr lang="en-US" sz="1600" dirty="0">
                <a:solidFill>
                  <a:srgbClr val="012060"/>
                </a:solidFill>
                <a:latin typeface="Times New Roman" panose="02020603050405020304" pitchFamily="18" charset="0"/>
                <a:cs typeface="Times New Roman" panose="02020603050405020304" pitchFamily="18" charset="0"/>
              </a:rPr>
              <a:t>: 10.1109/ACCESS.2018.2799520.</a:t>
            </a:r>
          </a:p>
          <a:p>
            <a:pPr marL="0" indent="0" algn="just">
              <a:lnSpc>
                <a:spcPct val="150000"/>
              </a:lnSpc>
              <a:spcBef>
                <a:spcPts val="800"/>
              </a:spcBef>
              <a:buNone/>
            </a:pPr>
            <a:r>
              <a:rPr lang="en-IN" sz="1600" dirty="0">
                <a:solidFill>
                  <a:srgbClr val="012060"/>
                </a:solidFill>
                <a:latin typeface="Times New Roman" panose="02020603050405020304" pitchFamily="18" charset="0"/>
                <a:cs typeface="Times New Roman" panose="02020603050405020304" pitchFamily="18" charset="0"/>
              </a:rPr>
              <a:t>[12] H. D. Phan, T. T. Nguyen, D. </a:t>
            </a:r>
            <a:r>
              <a:rPr lang="en-IN" sz="1600" dirty="0" err="1">
                <a:solidFill>
                  <a:srgbClr val="012060"/>
                </a:solidFill>
                <a:latin typeface="Times New Roman" panose="02020603050405020304" pitchFamily="18" charset="0"/>
                <a:cs typeface="Times New Roman" panose="02020603050405020304" pitchFamily="18" charset="0"/>
              </a:rPr>
              <a:t>Phung</a:t>
            </a:r>
            <a:r>
              <a:rPr lang="en-IN" sz="1600" dirty="0">
                <a:solidFill>
                  <a:srgbClr val="012060"/>
                </a:solidFill>
                <a:latin typeface="Times New Roman" panose="02020603050405020304" pitchFamily="18" charset="0"/>
                <a:cs typeface="Times New Roman" panose="02020603050405020304" pitchFamily="18" charset="0"/>
              </a:rPr>
              <a:t>, and S. M. Nguyen, “Convolutional neural networks over control flow graphs for software defect prediction,” Proceedings of the 26th International Joint Conference on Artificial Intelligence (IJCAI), pp. 1236–1242, Jul. 2018, </a:t>
            </a:r>
            <a:r>
              <a:rPr lang="en-IN" sz="1600" dirty="0" err="1">
                <a:solidFill>
                  <a:srgbClr val="012060"/>
                </a:solidFill>
                <a:latin typeface="Times New Roman" panose="02020603050405020304" pitchFamily="18" charset="0"/>
                <a:cs typeface="Times New Roman" panose="02020603050405020304" pitchFamily="18" charset="0"/>
              </a:rPr>
              <a:t>doi</a:t>
            </a:r>
            <a:r>
              <a:rPr lang="en-IN" sz="1600" dirty="0">
                <a:solidFill>
                  <a:srgbClr val="012060"/>
                </a:solidFill>
                <a:latin typeface="Times New Roman" panose="02020603050405020304" pitchFamily="18" charset="0"/>
                <a:cs typeface="Times New Roman" panose="02020603050405020304" pitchFamily="18" charset="0"/>
              </a:rPr>
              <a:t>: 10.24963/ijcai.2018/171.</a:t>
            </a:r>
          </a:p>
          <a:p>
            <a:pPr marL="0" indent="0" algn="just">
              <a:lnSpc>
                <a:spcPct val="150000"/>
              </a:lnSpc>
              <a:spcBef>
                <a:spcPts val="800"/>
              </a:spcBef>
              <a:buNone/>
            </a:pPr>
            <a:r>
              <a:rPr lang="en-US" sz="1600" dirty="0">
                <a:solidFill>
                  <a:srgbClr val="012060"/>
                </a:solidFill>
                <a:latin typeface="Times New Roman" panose="02020603050405020304" pitchFamily="18" charset="0"/>
                <a:cs typeface="Times New Roman" panose="02020603050405020304" pitchFamily="18" charset="0"/>
              </a:rPr>
              <a:t>[13] H. Lu, J. Jiang, and Z. Zhang, “A survey of learning-based intelligent software defect prediction,” Cluster </a:t>
            </a:r>
            <a:r>
              <a:rPr lang="en-US" sz="1600" dirty="0" err="1">
                <a:solidFill>
                  <a:srgbClr val="012060"/>
                </a:solidFill>
                <a:latin typeface="Times New Roman" panose="02020603050405020304" pitchFamily="18" charset="0"/>
                <a:cs typeface="Times New Roman" panose="02020603050405020304" pitchFamily="18" charset="0"/>
              </a:rPr>
              <a:t>Comput</a:t>
            </a:r>
            <a:r>
              <a:rPr lang="en-US" sz="1600" dirty="0">
                <a:solidFill>
                  <a:srgbClr val="012060"/>
                </a:solidFill>
                <a:latin typeface="Times New Roman" panose="02020603050405020304" pitchFamily="18" charset="0"/>
                <a:cs typeface="Times New Roman" panose="02020603050405020304" pitchFamily="18" charset="0"/>
              </a:rPr>
              <a:t>., vol. 18, no. 2, pp. 795–811, Jun. 2015, </a:t>
            </a:r>
            <a:r>
              <a:rPr lang="en-US" sz="1600" dirty="0" err="1">
                <a:solidFill>
                  <a:srgbClr val="012060"/>
                </a:solidFill>
                <a:latin typeface="Times New Roman" panose="02020603050405020304" pitchFamily="18" charset="0"/>
                <a:cs typeface="Times New Roman" panose="02020603050405020304" pitchFamily="18" charset="0"/>
              </a:rPr>
              <a:t>doi</a:t>
            </a:r>
            <a:r>
              <a:rPr lang="en-US" sz="1600" dirty="0">
                <a:solidFill>
                  <a:srgbClr val="012060"/>
                </a:solidFill>
                <a:latin typeface="Times New Roman" panose="02020603050405020304" pitchFamily="18" charset="0"/>
                <a:cs typeface="Times New Roman" panose="02020603050405020304" pitchFamily="18" charset="0"/>
              </a:rPr>
              <a:t>: 10.1007/s10586-014-0405-2.</a:t>
            </a:r>
            <a:endParaRPr lang="en-IN" sz="1600" dirty="0">
              <a:solidFill>
                <a:srgbClr val="012060"/>
              </a:solidFill>
              <a:latin typeface="Times New Roman" panose="02020603050405020304" pitchFamily="18" charset="0"/>
              <a:cs typeface="Times New Roman" panose="02020603050405020304" pitchFamily="18" charset="0"/>
            </a:endParaRPr>
          </a:p>
          <a:p>
            <a:pPr marL="0" indent="0" algn="just">
              <a:lnSpc>
                <a:spcPct val="150000"/>
              </a:lnSpc>
              <a:spcBef>
                <a:spcPts val="800"/>
              </a:spcBef>
              <a:buNone/>
            </a:pPr>
            <a:r>
              <a:rPr lang="en-IN" sz="1600" dirty="0">
                <a:solidFill>
                  <a:srgbClr val="012060"/>
                </a:solidFill>
                <a:latin typeface="Times New Roman" panose="02020603050405020304" pitchFamily="18" charset="0"/>
                <a:cs typeface="Times New Roman" panose="02020603050405020304" pitchFamily="18" charset="0"/>
              </a:rPr>
              <a:t>[14] T. Hall, S. Beecham, D. Bowes, D. Gray, and S. </a:t>
            </a:r>
            <a:r>
              <a:rPr lang="en-IN" sz="1600" dirty="0" err="1">
                <a:solidFill>
                  <a:srgbClr val="012060"/>
                </a:solidFill>
                <a:latin typeface="Times New Roman" panose="02020603050405020304" pitchFamily="18" charset="0"/>
                <a:cs typeface="Times New Roman" panose="02020603050405020304" pitchFamily="18" charset="0"/>
              </a:rPr>
              <a:t>Counsell</a:t>
            </a:r>
            <a:r>
              <a:rPr lang="en-IN" sz="1600" dirty="0">
                <a:solidFill>
                  <a:srgbClr val="012060"/>
                </a:solidFill>
                <a:latin typeface="Times New Roman" panose="02020603050405020304" pitchFamily="18" charset="0"/>
                <a:cs typeface="Times New Roman" panose="02020603050405020304" pitchFamily="18" charset="0"/>
              </a:rPr>
              <a:t>, “A systematic literature review on fault prediction performance in software engineering,” IEEE Trans. </a:t>
            </a:r>
            <a:r>
              <a:rPr lang="en-IN" sz="1600" dirty="0" err="1">
                <a:solidFill>
                  <a:srgbClr val="012060"/>
                </a:solidFill>
                <a:latin typeface="Times New Roman" panose="02020603050405020304" pitchFamily="18" charset="0"/>
                <a:cs typeface="Times New Roman" panose="02020603050405020304" pitchFamily="18" charset="0"/>
              </a:rPr>
              <a:t>Softw</a:t>
            </a:r>
            <a:r>
              <a:rPr lang="en-IN" sz="1600" dirty="0">
                <a:solidFill>
                  <a:srgbClr val="012060"/>
                </a:solidFill>
                <a:latin typeface="Times New Roman" panose="02020603050405020304" pitchFamily="18" charset="0"/>
                <a:cs typeface="Times New Roman" panose="02020603050405020304" pitchFamily="18" charset="0"/>
              </a:rPr>
              <a:t>. Eng., vol. 38, no. 6, pp. 1276–1304, Nov.–Dec. 2012, </a:t>
            </a:r>
            <a:r>
              <a:rPr lang="en-IN" sz="1600" dirty="0" err="1">
                <a:solidFill>
                  <a:srgbClr val="012060"/>
                </a:solidFill>
                <a:latin typeface="Times New Roman" panose="02020603050405020304" pitchFamily="18" charset="0"/>
                <a:cs typeface="Times New Roman" panose="02020603050405020304" pitchFamily="18" charset="0"/>
              </a:rPr>
              <a:t>doi</a:t>
            </a:r>
            <a:r>
              <a:rPr lang="en-IN" sz="1600" dirty="0">
                <a:solidFill>
                  <a:srgbClr val="012060"/>
                </a:solidFill>
                <a:latin typeface="Times New Roman" panose="02020603050405020304" pitchFamily="18" charset="0"/>
                <a:cs typeface="Times New Roman" panose="02020603050405020304" pitchFamily="18" charset="0"/>
              </a:rPr>
              <a:t>: 10.1109/TSE.2011.103.</a:t>
            </a:r>
          </a:p>
          <a:p>
            <a:pPr marL="0" indent="0" algn="just">
              <a:lnSpc>
                <a:spcPct val="150000"/>
              </a:lnSpc>
              <a:spcBef>
                <a:spcPts val="800"/>
              </a:spcBef>
              <a:buNone/>
            </a:pPr>
            <a:r>
              <a:rPr lang="en-IN" sz="1600" dirty="0">
                <a:solidFill>
                  <a:srgbClr val="012060"/>
                </a:solidFill>
                <a:latin typeface="Times New Roman" panose="02020603050405020304" pitchFamily="18" charset="0"/>
                <a:cs typeface="Times New Roman" panose="02020603050405020304" pitchFamily="18" charset="0"/>
              </a:rPr>
              <a:t>[15] H. </a:t>
            </a:r>
            <a:r>
              <a:rPr lang="en-IN" sz="1600" dirty="0" err="1">
                <a:solidFill>
                  <a:srgbClr val="012060"/>
                </a:solidFill>
                <a:latin typeface="Times New Roman" panose="02020603050405020304" pitchFamily="18" charset="0"/>
                <a:cs typeface="Times New Roman" panose="02020603050405020304" pitchFamily="18" charset="0"/>
              </a:rPr>
              <a:t>Hämäläinen</a:t>
            </a:r>
            <a:r>
              <a:rPr lang="en-IN" sz="1600" dirty="0">
                <a:solidFill>
                  <a:srgbClr val="012060"/>
                </a:solidFill>
                <a:latin typeface="Times New Roman" panose="02020603050405020304" pitchFamily="18" charset="0"/>
                <a:cs typeface="Times New Roman" panose="02020603050405020304" pitchFamily="18" charset="0"/>
              </a:rPr>
              <a:t>, A. Das, and T. </a:t>
            </a:r>
            <a:r>
              <a:rPr lang="en-IN" sz="1600" dirty="0" err="1">
                <a:solidFill>
                  <a:srgbClr val="012060"/>
                </a:solidFill>
                <a:latin typeface="Times New Roman" panose="02020603050405020304" pitchFamily="18" charset="0"/>
                <a:cs typeface="Times New Roman" panose="02020603050405020304" pitchFamily="18" charset="0"/>
              </a:rPr>
              <a:t>Mikkonen</a:t>
            </a:r>
            <a:r>
              <a:rPr lang="en-IN" sz="1600" dirty="0">
                <a:solidFill>
                  <a:srgbClr val="012060"/>
                </a:solidFill>
                <a:latin typeface="Times New Roman" panose="02020603050405020304" pitchFamily="18" charset="0"/>
                <a:cs typeface="Times New Roman" panose="02020603050405020304" pitchFamily="18" charset="0"/>
              </a:rPr>
              <a:t>, “A systematic literature review of </a:t>
            </a:r>
            <a:r>
              <a:rPr lang="en-IN" sz="1600" dirty="0" err="1">
                <a:solidFill>
                  <a:srgbClr val="012060"/>
                </a:solidFill>
                <a:latin typeface="Times New Roman" panose="02020603050405020304" pitchFamily="18" charset="0"/>
                <a:cs typeface="Times New Roman" panose="02020603050405020304" pitchFamily="18" charset="0"/>
              </a:rPr>
              <a:t>multilabel</a:t>
            </a:r>
            <a:r>
              <a:rPr lang="en-IN" sz="1600" dirty="0">
                <a:solidFill>
                  <a:srgbClr val="012060"/>
                </a:solidFill>
                <a:latin typeface="Times New Roman" panose="02020603050405020304" pitchFamily="18" charset="0"/>
                <a:cs typeface="Times New Roman" panose="02020603050405020304" pitchFamily="18" charset="0"/>
              </a:rPr>
              <a:t> learning in software engineering,” Journal of Systems and Software, vol. 209, 111727, Feb. 2024, </a:t>
            </a:r>
            <a:r>
              <a:rPr lang="en-IN" sz="1600" dirty="0" err="1">
                <a:solidFill>
                  <a:srgbClr val="012060"/>
                </a:solidFill>
                <a:latin typeface="Times New Roman" panose="02020603050405020304" pitchFamily="18" charset="0"/>
                <a:cs typeface="Times New Roman" panose="02020603050405020304" pitchFamily="18" charset="0"/>
              </a:rPr>
              <a:t>doi</a:t>
            </a:r>
            <a:r>
              <a:rPr lang="en-IN" sz="1600" dirty="0">
                <a:solidFill>
                  <a:srgbClr val="012060"/>
                </a:solidFill>
                <a:latin typeface="Times New Roman" panose="02020603050405020304" pitchFamily="18" charset="0"/>
                <a:cs typeface="Times New Roman" panose="02020603050405020304" pitchFamily="18" charset="0"/>
              </a:rPr>
              <a:t>: 10.1016/j.jss.2023.111727.</a:t>
            </a:r>
            <a:endParaRPr lang="en-US" sz="1600" dirty="0">
              <a:solidFill>
                <a:srgbClr val="01206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A946204-3AE3-40DB-8611-8E3DCC0AC238}"/>
              </a:ext>
            </a:extLst>
          </p:cNvPr>
          <p:cNvSpPr>
            <a:spLocks noGrp="1"/>
          </p:cNvSpPr>
          <p:nvPr>
            <p:ph type="dt" sz="half" idx="10"/>
          </p:nvPr>
        </p:nvSpPr>
        <p:spPr/>
        <p:txBody>
          <a:bodyPr/>
          <a:lstStyle/>
          <a:p>
            <a:fld id="{761BC155-C010-4A0C-A877-FEA2339E9E9B}" type="datetime1">
              <a:rPr lang="en-US" smtClean="0"/>
              <a:t>12/6/2025</a:t>
            </a:fld>
            <a:endParaRPr lang="en-US" dirty="0"/>
          </a:p>
        </p:txBody>
      </p:sp>
      <p:sp>
        <p:nvSpPr>
          <p:cNvPr id="5" name="Slide Number Placeholder 4">
            <a:extLst>
              <a:ext uri="{FF2B5EF4-FFF2-40B4-BE49-F238E27FC236}">
                <a16:creationId xmlns:a16="http://schemas.microsoft.com/office/drawing/2014/main" id="{D4B621F9-0323-4211-8D98-1D4935725C42}"/>
              </a:ext>
            </a:extLst>
          </p:cNvPr>
          <p:cNvSpPr>
            <a:spLocks noGrp="1"/>
          </p:cNvSpPr>
          <p:nvPr>
            <p:ph type="sldNum" sz="quarter" idx="12"/>
          </p:nvPr>
        </p:nvSpPr>
        <p:spPr/>
        <p:txBody>
          <a:bodyPr/>
          <a:lstStyle/>
          <a:p>
            <a:fld id="{00000000-1234-1234-1234-123412341234}" type="slidenum">
              <a:rPr lang="en-US" smtClean="0"/>
              <a:pPr/>
              <a:t>70</a:t>
            </a:fld>
            <a:endParaRPr lang="en-US" dirty="0"/>
          </a:p>
        </p:txBody>
      </p:sp>
      <p:sp>
        <p:nvSpPr>
          <p:cNvPr id="7" name="Title 1">
            <a:extLst>
              <a:ext uri="{FF2B5EF4-FFF2-40B4-BE49-F238E27FC236}">
                <a16:creationId xmlns:a16="http://schemas.microsoft.com/office/drawing/2014/main" id="{625AD08D-9B09-471A-8BA6-EC8A3A8ECD93}"/>
              </a:ext>
            </a:extLst>
          </p:cNvPr>
          <p:cNvSpPr>
            <a:spLocks noGrp="1"/>
          </p:cNvSpPr>
          <p:nvPr>
            <p:ph type="title"/>
          </p:nvPr>
        </p:nvSpPr>
        <p:spPr>
          <a:xfrm>
            <a:off x="1063691" y="180459"/>
            <a:ext cx="10290109" cy="769323"/>
          </a:xfrm>
          <a:noFill/>
          <a:ln>
            <a:noFill/>
          </a:ln>
        </p:spPr>
        <p:txBody>
          <a:bodyPr spcFirstLastPara="1" vert="horz" wrap="square" lIns="91425" tIns="45700" rIns="91425" bIns="45700" rtlCol="0" anchor="ctr" anchorCtr="0">
            <a:normAutofit/>
          </a:bodyPr>
          <a:lstStyle/>
          <a:p>
            <a:pPr algn="ctr">
              <a:spcBef>
                <a:spcPts val="0"/>
              </a:spcBef>
              <a:buClr>
                <a:srgbClr val="012060"/>
              </a:buClr>
              <a:buSzPts val="4000"/>
              <a:buFont typeface="Times New Roman"/>
            </a:pPr>
            <a:r>
              <a:rPr lang="en-US" sz="2800" b="1" dirty="0">
                <a:latin typeface="Times New Roman" panose="02020603050405020304" pitchFamily="18" charset="0"/>
                <a:cs typeface="Times New Roman" panose="02020603050405020304" pitchFamily="18" charset="0"/>
              </a:rPr>
              <a:t>References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426685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40CC43-66B4-4A14-BBA7-E772E3E63E17}"/>
              </a:ext>
            </a:extLst>
          </p:cNvPr>
          <p:cNvSpPr>
            <a:spLocks noGrp="1"/>
          </p:cNvSpPr>
          <p:nvPr>
            <p:ph idx="1"/>
          </p:nvPr>
        </p:nvSpPr>
        <p:spPr>
          <a:xfrm>
            <a:off x="1063691" y="949782"/>
            <a:ext cx="9843796" cy="5242420"/>
          </a:xfrm>
          <a:noFill/>
          <a:ln>
            <a:noFill/>
          </a:ln>
        </p:spPr>
        <p:txBody>
          <a:bodyPr spcFirstLastPara="1" vert="horz" wrap="square" lIns="91425" tIns="45700" rIns="91425" bIns="45700" rtlCol="0" anchor="t" anchorCtr="0">
            <a:spAutoFit/>
          </a:bodyPr>
          <a:lstStyle/>
          <a:p>
            <a:pPr marL="0" indent="0" algn="just">
              <a:lnSpc>
                <a:spcPct val="150000"/>
              </a:lnSpc>
              <a:spcBef>
                <a:spcPts val="800"/>
              </a:spcBef>
              <a:buNone/>
            </a:pPr>
            <a:r>
              <a:rPr lang="en-IN" sz="1600" dirty="0">
                <a:solidFill>
                  <a:srgbClr val="012060"/>
                </a:solidFill>
                <a:latin typeface="Times New Roman" panose="02020603050405020304" pitchFamily="18" charset="0"/>
                <a:cs typeface="Times New Roman" panose="02020603050405020304" pitchFamily="18" charset="0"/>
              </a:rPr>
              <a:t>[16] Y. Ma, G. Luo, X. Zeng, and A. Chen, “Transfer learning for cross-company software defect prediction,” Information and Software Technology, vol. 54, no. 3, pp. 248–256, Mar. 2012, </a:t>
            </a:r>
            <a:r>
              <a:rPr lang="en-IN" sz="1600" dirty="0" err="1">
                <a:solidFill>
                  <a:srgbClr val="012060"/>
                </a:solidFill>
                <a:latin typeface="Times New Roman" panose="02020603050405020304" pitchFamily="18" charset="0"/>
                <a:cs typeface="Times New Roman" panose="02020603050405020304" pitchFamily="18" charset="0"/>
              </a:rPr>
              <a:t>doi</a:t>
            </a:r>
            <a:r>
              <a:rPr lang="en-IN" sz="1600" dirty="0">
                <a:solidFill>
                  <a:srgbClr val="012060"/>
                </a:solidFill>
                <a:latin typeface="Times New Roman" panose="02020603050405020304" pitchFamily="18" charset="0"/>
                <a:cs typeface="Times New Roman" panose="02020603050405020304" pitchFamily="18" charset="0"/>
              </a:rPr>
              <a:t>: 10.1016/j.infsof.2011.09.007.</a:t>
            </a:r>
          </a:p>
          <a:p>
            <a:pPr marL="0" indent="0" algn="just">
              <a:lnSpc>
                <a:spcPct val="150000"/>
              </a:lnSpc>
              <a:spcBef>
                <a:spcPts val="800"/>
              </a:spcBef>
              <a:buNone/>
            </a:pPr>
            <a:r>
              <a:rPr lang="en-IN" sz="1600" dirty="0">
                <a:solidFill>
                  <a:srgbClr val="012060"/>
                </a:solidFill>
                <a:latin typeface="Times New Roman" panose="02020603050405020304" pitchFamily="18" charset="0"/>
                <a:cs typeface="Times New Roman" panose="02020603050405020304" pitchFamily="18" charset="0"/>
              </a:rPr>
              <a:t>[17] Y. Li, S. Wang, and Q. Gu, “</a:t>
            </a:r>
            <a:r>
              <a:rPr lang="en-IN" sz="1600" dirty="0" err="1">
                <a:solidFill>
                  <a:srgbClr val="012060"/>
                </a:solidFill>
                <a:latin typeface="Times New Roman" panose="02020603050405020304" pitchFamily="18" charset="0"/>
                <a:cs typeface="Times New Roman" panose="02020603050405020304" pitchFamily="18" charset="0"/>
              </a:rPr>
              <a:t>Hyperparameter</a:t>
            </a:r>
            <a:r>
              <a:rPr lang="en-IN" sz="1600" dirty="0">
                <a:solidFill>
                  <a:srgbClr val="012060"/>
                </a:solidFill>
                <a:latin typeface="Times New Roman" panose="02020603050405020304" pitchFamily="18" charset="0"/>
                <a:cs typeface="Times New Roman" panose="02020603050405020304" pitchFamily="18" charset="0"/>
              </a:rPr>
              <a:t> tuning in software defect prediction with transfer learning,” Empirical Software Engineering, vol. 25, no. 5, pp. 3930–3967, Sep. 2020, </a:t>
            </a:r>
            <a:r>
              <a:rPr lang="en-IN" sz="1600" dirty="0" err="1">
                <a:solidFill>
                  <a:srgbClr val="012060"/>
                </a:solidFill>
                <a:latin typeface="Times New Roman" panose="02020603050405020304" pitchFamily="18" charset="0"/>
                <a:cs typeface="Times New Roman" panose="02020603050405020304" pitchFamily="18" charset="0"/>
              </a:rPr>
              <a:t>doi</a:t>
            </a:r>
            <a:r>
              <a:rPr lang="en-IN" sz="1600" dirty="0">
                <a:solidFill>
                  <a:srgbClr val="012060"/>
                </a:solidFill>
                <a:latin typeface="Times New Roman" panose="02020603050405020304" pitchFamily="18" charset="0"/>
                <a:cs typeface="Times New Roman" panose="02020603050405020304" pitchFamily="18" charset="0"/>
              </a:rPr>
              <a:t>: 10.1007/s10664-020-09821-9.</a:t>
            </a:r>
          </a:p>
          <a:p>
            <a:pPr marL="0" indent="0" algn="just">
              <a:lnSpc>
                <a:spcPct val="150000"/>
              </a:lnSpc>
              <a:spcBef>
                <a:spcPts val="800"/>
              </a:spcBef>
              <a:buNone/>
            </a:pPr>
            <a:r>
              <a:rPr lang="en-IN" sz="1600" dirty="0">
                <a:solidFill>
                  <a:srgbClr val="012060"/>
                </a:solidFill>
                <a:latin typeface="Times New Roman" panose="02020603050405020304" pitchFamily="18" charset="0"/>
                <a:cs typeface="Times New Roman" panose="02020603050405020304" pitchFamily="18" charset="0"/>
              </a:rPr>
              <a:t>[18] Y. Xu, Z. Chen, J. Zhu, and D. Zhang, “Software defect prediction based on deep learning with </a:t>
            </a:r>
            <a:r>
              <a:rPr lang="en-IN" sz="1600" dirty="0" err="1">
                <a:solidFill>
                  <a:srgbClr val="012060"/>
                </a:solidFill>
                <a:latin typeface="Times New Roman" panose="02020603050405020304" pitchFamily="18" charset="0"/>
                <a:cs typeface="Times New Roman" panose="02020603050405020304" pitchFamily="18" charset="0"/>
              </a:rPr>
              <a:t>autoencoders</a:t>
            </a:r>
            <a:r>
              <a:rPr lang="en-IN" sz="1600" dirty="0">
                <a:solidFill>
                  <a:srgbClr val="012060"/>
                </a:solidFill>
                <a:latin typeface="Times New Roman" panose="02020603050405020304" pitchFamily="18" charset="0"/>
                <a:cs typeface="Times New Roman" panose="02020603050405020304" pitchFamily="18" charset="0"/>
              </a:rPr>
              <a:t>,” Information and Software Technology, vol. 106, pp. 20–36, Mar. 2019, </a:t>
            </a:r>
            <a:r>
              <a:rPr lang="en-IN" sz="1600" dirty="0" err="1">
                <a:solidFill>
                  <a:srgbClr val="012060"/>
                </a:solidFill>
                <a:latin typeface="Times New Roman" panose="02020603050405020304" pitchFamily="18" charset="0"/>
                <a:cs typeface="Times New Roman" panose="02020603050405020304" pitchFamily="18" charset="0"/>
              </a:rPr>
              <a:t>doi</a:t>
            </a:r>
            <a:r>
              <a:rPr lang="en-IN" sz="1600" dirty="0">
                <a:solidFill>
                  <a:srgbClr val="012060"/>
                </a:solidFill>
                <a:latin typeface="Times New Roman" panose="02020603050405020304" pitchFamily="18" charset="0"/>
                <a:cs typeface="Times New Roman" panose="02020603050405020304" pitchFamily="18" charset="0"/>
              </a:rPr>
              <a:t>: 10.1016/j.infsof.2018.09.002.</a:t>
            </a:r>
          </a:p>
          <a:p>
            <a:pPr marL="0" indent="0" algn="just">
              <a:lnSpc>
                <a:spcPct val="150000"/>
              </a:lnSpc>
              <a:spcBef>
                <a:spcPts val="800"/>
              </a:spcBef>
              <a:buNone/>
            </a:pPr>
            <a:r>
              <a:rPr lang="en-US" sz="1600" dirty="0"/>
              <a:t>[19] </a:t>
            </a:r>
            <a:r>
              <a:rPr lang="en-US" sz="1600" dirty="0">
                <a:solidFill>
                  <a:srgbClr val="012060"/>
                </a:solidFill>
                <a:latin typeface="Times New Roman" panose="02020603050405020304" pitchFamily="18" charset="0"/>
                <a:cs typeface="Times New Roman" panose="02020603050405020304" pitchFamily="18" charset="0"/>
              </a:rPr>
              <a:t>Consortium for IT Software Quality (CISQ), The Cost of Poor Quality Software in the US, 2022. [Online]. Available: </a:t>
            </a:r>
            <a:r>
              <a:rPr lang="en-US" sz="1600" dirty="0">
                <a:solidFill>
                  <a:srgbClr val="012060"/>
                </a:solidFill>
                <a:latin typeface="Times New Roman" panose="02020603050405020304" pitchFamily="18" charset="0"/>
                <a:cs typeface="Times New Roman" panose="02020603050405020304" pitchFamily="18" charset="0"/>
                <a:hlinkClick r:id="rId2"/>
              </a:rPr>
              <a:t>https://www.it-cisq.org/wp-content/uploads/sites/6/2022/11/CPSQ-Report-Nov-22-2.pdf</a:t>
            </a:r>
            <a:endParaRPr lang="en-US" sz="1600" dirty="0">
              <a:solidFill>
                <a:srgbClr val="012060"/>
              </a:solidFill>
              <a:latin typeface="Times New Roman" panose="02020603050405020304" pitchFamily="18" charset="0"/>
              <a:cs typeface="Times New Roman" panose="02020603050405020304" pitchFamily="18" charset="0"/>
            </a:endParaRPr>
          </a:p>
          <a:p>
            <a:pPr marL="0" indent="0" algn="just">
              <a:lnSpc>
                <a:spcPct val="150000"/>
              </a:lnSpc>
              <a:spcBef>
                <a:spcPts val="800"/>
              </a:spcBef>
              <a:buNone/>
            </a:pPr>
            <a:r>
              <a:rPr lang="en-US" sz="1600" dirty="0">
                <a:solidFill>
                  <a:srgbClr val="012060"/>
                </a:solidFill>
                <a:latin typeface="Times New Roman" panose="02020603050405020304" pitchFamily="18" charset="0"/>
                <a:cs typeface="Times New Roman" panose="02020603050405020304" pitchFamily="18" charset="0"/>
              </a:rPr>
              <a:t>[20] </a:t>
            </a:r>
            <a:r>
              <a:rPr lang="en-IN" sz="1600" dirty="0">
                <a:solidFill>
                  <a:srgbClr val="012060"/>
                </a:solidFill>
                <a:latin typeface="Times New Roman" panose="02020603050405020304" pitchFamily="18" charset="0"/>
                <a:cs typeface="Times New Roman" panose="02020603050405020304" pitchFamily="18" charset="0"/>
              </a:rPr>
              <a:t>Zhang, </a:t>
            </a:r>
            <a:r>
              <a:rPr lang="en-IN" sz="1600" dirty="0" err="1">
                <a:solidFill>
                  <a:srgbClr val="012060"/>
                </a:solidFill>
                <a:latin typeface="Times New Roman" panose="02020603050405020304" pitchFamily="18" charset="0"/>
                <a:cs typeface="Times New Roman" panose="02020603050405020304" pitchFamily="18" charset="0"/>
              </a:rPr>
              <a:t>Ximing</a:t>
            </a:r>
            <a:r>
              <a:rPr lang="en-IN" sz="1600" dirty="0">
                <a:solidFill>
                  <a:srgbClr val="012060"/>
                </a:solidFill>
                <a:latin typeface="Times New Roman" panose="02020603050405020304" pitchFamily="18" charset="0"/>
                <a:cs typeface="Times New Roman" panose="02020603050405020304" pitchFamily="18" charset="0"/>
              </a:rPr>
              <a:t>, et al. "Enhancing label correlation feedback in multi-label text classification via multi-task learning." </a:t>
            </a:r>
            <a:r>
              <a:rPr lang="en-IN" sz="1600" dirty="0" err="1">
                <a:solidFill>
                  <a:srgbClr val="012060"/>
                </a:solidFill>
                <a:latin typeface="Times New Roman" panose="02020603050405020304" pitchFamily="18" charset="0"/>
                <a:cs typeface="Times New Roman" panose="02020603050405020304" pitchFamily="18" charset="0"/>
              </a:rPr>
              <a:t>arXiv</a:t>
            </a:r>
            <a:r>
              <a:rPr lang="en-IN" sz="1600" dirty="0">
                <a:solidFill>
                  <a:srgbClr val="012060"/>
                </a:solidFill>
                <a:latin typeface="Times New Roman" panose="02020603050405020304" pitchFamily="18" charset="0"/>
                <a:cs typeface="Times New Roman" panose="02020603050405020304" pitchFamily="18" charset="0"/>
              </a:rPr>
              <a:t> preprint arXiv:2106.03103 (2021).</a:t>
            </a:r>
          </a:p>
          <a:p>
            <a:pPr marL="0" indent="0" algn="just">
              <a:lnSpc>
                <a:spcPct val="150000"/>
              </a:lnSpc>
              <a:spcBef>
                <a:spcPts val="800"/>
              </a:spcBef>
              <a:buNone/>
            </a:pPr>
            <a:r>
              <a:rPr lang="en-US" sz="1600" dirty="0">
                <a:solidFill>
                  <a:srgbClr val="012060"/>
                </a:solidFill>
                <a:latin typeface="Times New Roman" panose="02020603050405020304" pitchFamily="18" charset="0"/>
                <a:cs typeface="Times New Roman" panose="02020603050405020304" pitchFamily="18" charset="0"/>
              </a:rPr>
              <a:t>[21] SDP Tool Demo link - https://</a:t>
            </a:r>
            <a:r>
              <a:rPr lang="en-US" sz="1600" dirty="0" smtClean="0">
                <a:solidFill>
                  <a:srgbClr val="012060"/>
                </a:solidFill>
                <a:latin typeface="Times New Roman" panose="02020603050405020304" pitchFamily="18" charset="0"/>
                <a:cs typeface="Times New Roman" panose="02020603050405020304" pitchFamily="18" charset="0"/>
              </a:rPr>
              <a:t>github.com/jalajpachouly/SDPTool/blob/main/video-demo.zip</a:t>
            </a:r>
          </a:p>
          <a:p>
            <a:pPr marL="0" indent="0" algn="just">
              <a:lnSpc>
                <a:spcPct val="150000"/>
              </a:lnSpc>
              <a:spcBef>
                <a:spcPts val="800"/>
              </a:spcBef>
              <a:buNone/>
            </a:pPr>
            <a:endParaRPr lang="en-US" sz="1600" dirty="0">
              <a:solidFill>
                <a:srgbClr val="01206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A946204-3AE3-40DB-8611-8E3DCC0AC238}"/>
              </a:ext>
            </a:extLst>
          </p:cNvPr>
          <p:cNvSpPr>
            <a:spLocks noGrp="1"/>
          </p:cNvSpPr>
          <p:nvPr>
            <p:ph type="dt" sz="half" idx="10"/>
          </p:nvPr>
        </p:nvSpPr>
        <p:spPr/>
        <p:txBody>
          <a:bodyPr/>
          <a:lstStyle/>
          <a:p>
            <a:fld id="{07FE4AC4-93E3-4644-8D9C-4A5FC989DE7D}" type="datetime1">
              <a:rPr lang="en-US" smtClean="0"/>
              <a:t>12/6/2025</a:t>
            </a:fld>
            <a:endParaRPr lang="en-US" dirty="0"/>
          </a:p>
        </p:txBody>
      </p:sp>
      <p:sp>
        <p:nvSpPr>
          <p:cNvPr id="5" name="Slide Number Placeholder 4">
            <a:extLst>
              <a:ext uri="{FF2B5EF4-FFF2-40B4-BE49-F238E27FC236}">
                <a16:creationId xmlns:a16="http://schemas.microsoft.com/office/drawing/2014/main" id="{D4B621F9-0323-4211-8D98-1D4935725C42}"/>
              </a:ext>
            </a:extLst>
          </p:cNvPr>
          <p:cNvSpPr>
            <a:spLocks noGrp="1"/>
          </p:cNvSpPr>
          <p:nvPr>
            <p:ph type="sldNum" sz="quarter" idx="12"/>
          </p:nvPr>
        </p:nvSpPr>
        <p:spPr/>
        <p:txBody>
          <a:bodyPr/>
          <a:lstStyle/>
          <a:p>
            <a:fld id="{00000000-1234-1234-1234-123412341234}" type="slidenum">
              <a:rPr lang="en-US" smtClean="0"/>
              <a:pPr/>
              <a:t>71</a:t>
            </a:fld>
            <a:endParaRPr lang="en-US" dirty="0"/>
          </a:p>
        </p:txBody>
      </p:sp>
      <p:sp>
        <p:nvSpPr>
          <p:cNvPr id="7" name="Title 1">
            <a:extLst>
              <a:ext uri="{FF2B5EF4-FFF2-40B4-BE49-F238E27FC236}">
                <a16:creationId xmlns:a16="http://schemas.microsoft.com/office/drawing/2014/main" id="{625AD08D-9B09-471A-8BA6-EC8A3A8ECD93}"/>
              </a:ext>
            </a:extLst>
          </p:cNvPr>
          <p:cNvSpPr>
            <a:spLocks noGrp="1"/>
          </p:cNvSpPr>
          <p:nvPr>
            <p:ph type="title"/>
          </p:nvPr>
        </p:nvSpPr>
        <p:spPr>
          <a:xfrm>
            <a:off x="1063691" y="180459"/>
            <a:ext cx="10290109" cy="769323"/>
          </a:xfrm>
          <a:noFill/>
          <a:ln>
            <a:noFill/>
          </a:ln>
        </p:spPr>
        <p:txBody>
          <a:bodyPr spcFirstLastPara="1" vert="horz" wrap="square" lIns="91425" tIns="45700" rIns="91425" bIns="45700" rtlCol="0" anchor="ctr" anchorCtr="0">
            <a:normAutofit/>
          </a:bodyPr>
          <a:lstStyle/>
          <a:p>
            <a:pPr algn="ctr">
              <a:spcBef>
                <a:spcPts val="0"/>
              </a:spcBef>
              <a:buClr>
                <a:srgbClr val="012060"/>
              </a:buClr>
              <a:buSzPts val="4000"/>
              <a:buFont typeface="Times New Roman"/>
            </a:pPr>
            <a:r>
              <a:rPr lang="en-US" sz="2800" b="1" dirty="0">
                <a:latin typeface="Times New Roman" panose="02020603050405020304" pitchFamily="18" charset="0"/>
                <a:cs typeface="Times New Roman" panose="02020603050405020304" pitchFamily="18" charset="0"/>
              </a:rPr>
              <a:t>References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522413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2" name="Date Placeholder 1">
            <a:extLst>
              <a:ext uri="{FF2B5EF4-FFF2-40B4-BE49-F238E27FC236}">
                <a16:creationId xmlns:a16="http://schemas.microsoft.com/office/drawing/2014/main" id="{AF40834E-80BE-46DA-96F1-699BB88588B1}"/>
              </a:ext>
            </a:extLst>
          </p:cNvPr>
          <p:cNvSpPr>
            <a:spLocks noGrp="1"/>
          </p:cNvSpPr>
          <p:nvPr>
            <p:ph type="dt" sz="half" idx="10"/>
          </p:nvPr>
        </p:nvSpPr>
        <p:spPr/>
        <p:txBody>
          <a:bodyPr/>
          <a:lstStyle/>
          <a:p>
            <a:fld id="{1CAB05ED-3E9D-4E89-9EDE-CFA225B29455}" type="datetime1">
              <a:rPr lang="en-US" smtClean="0"/>
              <a:t>12/6/2025</a:t>
            </a:fld>
            <a:endParaRPr lang="en-US"/>
          </a:p>
        </p:txBody>
      </p:sp>
      <p:sp>
        <p:nvSpPr>
          <p:cNvPr id="3" name="Slide Number Placeholder 2">
            <a:extLst>
              <a:ext uri="{FF2B5EF4-FFF2-40B4-BE49-F238E27FC236}">
                <a16:creationId xmlns:a16="http://schemas.microsoft.com/office/drawing/2014/main" id="{051783CD-C1C3-47DE-B57D-8C16521D1539}"/>
              </a:ext>
            </a:extLst>
          </p:cNvPr>
          <p:cNvSpPr>
            <a:spLocks noGrp="1"/>
          </p:cNvSpPr>
          <p:nvPr>
            <p:ph type="sldNum" sz="quarter" idx="12"/>
          </p:nvPr>
        </p:nvSpPr>
        <p:spPr/>
        <p:txBody>
          <a:bodyPr/>
          <a:lstStyle/>
          <a:p>
            <a:fld id="{00000000-1234-1234-1234-123412341234}" type="slidenum">
              <a:rPr lang="en-US" smtClean="0"/>
              <a:pPr/>
              <a:t>72</a:t>
            </a:fld>
            <a:endParaRPr lang="en-US" dirty="0"/>
          </a:p>
        </p:txBody>
      </p:sp>
      <p:pic>
        <p:nvPicPr>
          <p:cNvPr id="5" name="Picture 4"/>
          <p:cNvPicPr>
            <a:picLocks noChangeAspect="1"/>
          </p:cNvPicPr>
          <p:nvPr/>
        </p:nvPicPr>
        <p:blipFill>
          <a:blip r:embed="rId3"/>
          <a:stretch>
            <a:fillRect/>
          </a:stretch>
        </p:blipFill>
        <p:spPr>
          <a:xfrm>
            <a:off x="2942806" y="2390775"/>
            <a:ext cx="5925106" cy="129924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12031</TotalTime>
  <Words>4000</Words>
  <Application>Microsoft Office PowerPoint</Application>
  <PresentationFormat>Widescreen</PresentationFormat>
  <Paragraphs>625</Paragraphs>
  <Slides>72</Slides>
  <Notes>63</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72</vt:i4>
      </vt:variant>
    </vt:vector>
  </HeadingPairs>
  <TitlesOfParts>
    <vt:vector size="87" baseType="lpstr">
      <vt:lpstr>Source Sans Pro</vt:lpstr>
      <vt:lpstr>Trebuchet MS</vt:lpstr>
      <vt:lpstr>Wingdings 3</vt:lpstr>
      <vt:lpstr>Century Gothic</vt:lpstr>
      <vt:lpstr>Quattrocento Sans</vt:lpstr>
      <vt:lpstr>Segoe UI</vt:lpstr>
      <vt:lpstr>Calibri</vt:lpstr>
      <vt:lpstr>Wingdings</vt:lpstr>
      <vt:lpstr>Arial</vt:lpstr>
      <vt:lpstr>Times New Roman</vt:lpstr>
      <vt:lpstr>Palatino Linotype</vt:lpstr>
      <vt:lpstr>Calibri Light</vt:lpstr>
      <vt:lpstr>DejaVu Sans</vt:lpstr>
      <vt:lpstr>Office Theme</vt:lpstr>
      <vt:lpstr>Facet</vt:lpstr>
      <vt:lpstr>PowerPoint Presentation</vt:lpstr>
      <vt:lpstr>Outline</vt:lpstr>
      <vt:lpstr>Introduction</vt:lpstr>
      <vt:lpstr>Introduction : How defects are logged</vt:lpstr>
      <vt:lpstr>Introduction : Various nature of Software Defects</vt:lpstr>
      <vt:lpstr>Literature Review</vt:lpstr>
      <vt:lpstr>Literature Review</vt:lpstr>
      <vt:lpstr>Literature Review</vt:lpstr>
      <vt:lpstr>Literature Review</vt:lpstr>
      <vt:lpstr>Summary of the Literature Review</vt:lpstr>
      <vt:lpstr>Research Gaps (Review Question)</vt:lpstr>
      <vt:lpstr>Problem Statement and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-2 : NNLS- Handle Class Imbalance (Review Question)</vt:lpstr>
      <vt:lpstr>Objective -2 : SMOTE vs NNLS for Handling Class Imbalance (Review Question)</vt:lpstr>
      <vt:lpstr>Objective -2,3 : Handling Class Imbalance (Review Question)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4 : Automation Tool  : SDPTool User Interaction ( Review Question)</vt:lpstr>
      <vt:lpstr>Objective 4 : End to End Automation Tool for Multilabel and Multiclass Predictions - Configuration</vt:lpstr>
      <vt:lpstr>Objective 4 : End to End Automation Tool for Multilabel and Multiclass Predictions - Preprocessing</vt:lpstr>
      <vt:lpstr>Objective 4 : End to End Automation Tool for Multilabel and Multiclass Predictions – Feature Engineering</vt:lpstr>
      <vt:lpstr>Objective 4 : End to End Automation Tool for Multilabel and Multiclass Predictions – AI Model selection</vt:lpstr>
      <vt:lpstr>Objective 4 : End to End Automation Tool for Multilabel and Multiclass Predictions – Results Visualization  Control</vt:lpstr>
      <vt:lpstr>Objective 4 :End to End Automation Tool for Multilabel and Multiclass Predictions – Report generated by Tool</vt:lpstr>
      <vt:lpstr>Objective 4 : Integrating Tool to GitHub CI/CD Pipeline ( Review Question)</vt:lpstr>
      <vt:lpstr>Conclusion</vt:lpstr>
      <vt:lpstr>Contributions ( Review Question) </vt:lpstr>
      <vt:lpstr>Future Scope</vt:lpstr>
      <vt:lpstr>PowerPoint Presentation</vt:lpstr>
      <vt:lpstr>Scope and Limitations</vt:lpstr>
      <vt:lpstr>Research Publication</vt:lpstr>
      <vt:lpstr>Research Publication</vt:lpstr>
      <vt:lpstr>Research Publication</vt:lpstr>
      <vt:lpstr>Research Publication</vt:lpstr>
      <vt:lpstr>References</vt:lpstr>
      <vt:lpstr>References</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Dipali Baviskar</dc:creator>
  <cp:lastModifiedBy>Admin</cp:lastModifiedBy>
  <cp:revision>985</cp:revision>
  <dcterms:created xsi:type="dcterms:W3CDTF">2019-12-31T06:40:57Z</dcterms:created>
  <dcterms:modified xsi:type="dcterms:W3CDTF">2025-12-06T05:07:10Z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0x0101001121CA5BD481A54BA64A304277F60E7F</vt:lpwstr>
  </property>
  <property fmtid="{D5CDD505-2E9C-101B-9397-08002B2CF9AE}" pid="3" name="MSIP_Label_dad3be33-4108-4738-9e07-d8656a181486_Enabled">
    <vt:lpwstr>true</vt:lpwstr>
  </property>
  <property fmtid="{D5CDD505-2E9C-101B-9397-08002B2CF9AE}" pid="4" name="MSIP_Label_dad3be33-4108-4738-9e07-d8656a181486_SetDate">
    <vt:lpwstr>2025-09-07T13:26:05Z</vt:lpwstr>
  </property>
  <property fmtid="{D5CDD505-2E9C-101B-9397-08002B2CF9AE}" pid="5" name="MSIP_Label_dad3be33-4108-4738-9e07-d8656a181486_Method">
    <vt:lpwstr>Privileged</vt:lpwstr>
  </property>
  <property fmtid="{D5CDD505-2E9C-101B-9397-08002B2CF9AE}" pid="6" name="MSIP_Label_dad3be33-4108-4738-9e07-d8656a181486_Name">
    <vt:lpwstr>Public No Visual Label</vt:lpwstr>
  </property>
  <property fmtid="{D5CDD505-2E9C-101B-9397-08002B2CF9AE}" pid="7" name="MSIP_Label_dad3be33-4108-4738-9e07-d8656a181486_SiteId">
    <vt:lpwstr>945c199a-83a2-4e80-9f8c-5a91be5752dd</vt:lpwstr>
  </property>
  <property fmtid="{D5CDD505-2E9C-101B-9397-08002B2CF9AE}" pid="8" name="MSIP_Label_dad3be33-4108-4738-9e07-d8656a181486_ActionId">
    <vt:lpwstr>180f78f9-f80d-438b-9195-11c66ac1693d</vt:lpwstr>
  </property>
  <property fmtid="{D5CDD505-2E9C-101B-9397-08002B2CF9AE}" pid="9" name="MSIP_Label_dad3be33-4108-4738-9e07-d8656a181486_ContentBits">
    <vt:lpwstr>0</vt:lpwstr>
  </property>
  <property fmtid="{D5CDD505-2E9C-101B-9397-08002B2CF9AE}" pid="10" name="MSIP_Label_dad3be33-4108-4738-9e07-d8656a181486_Tag">
    <vt:lpwstr>10, 0, 1, 1</vt:lpwstr>
  </property>
</Properties>
</file>